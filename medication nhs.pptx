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mp" ContentType="image/png"/>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011" r:id="rId4"/>
  </p:sldMasterIdLst>
  <p:notesMasterIdLst>
    <p:notesMasterId r:id="rId27"/>
  </p:notesMasterIdLst>
  <p:handoutMasterIdLst>
    <p:handoutMasterId r:id="rId28"/>
  </p:handoutMasterIdLst>
  <p:sldIdLst>
    <p:sldId id="260" r:id="rId5"/>
    <p:sldId id="267" r:id="rId6"/>
    <p:sldId id="261" r:id="rId7"/>
    <p:sldId id="263" r:id="rId8"/>
    <p:sldId id="266" r:id="rId9"/>
    <p:sldId id="276" r:id="rId10"/>
    <p:sldId id="265" r:id="rId11"/>
    <p:sldId id="262" r:id="rId12"/>
    <p:sldId id="268" r:id="rId13"/>
    <p:sldId id="269" r:id="rId14"/>
    <p:sldId id="279" r:id="rId15"/>
    <p:sldId id="277" r:id="rId16"/>
    <p:sldId id="278" r:id="rId17"/>
    <p:sldId id="280" r:id="rId18"/>
    <p:sldId id="281" r:id="rId19"/>
    <p:sldId id="282" r:id="rId20"/>
    <p:sldId id="283" r:id="rId21"/>
    <p:sldId id="284" r:id="rId22"/>
    <p:sldId id="272" r:id="rId23"/>
    <p:sldId id="273" r:id="rId24"/>
    <p:sldId id="274" r:id="rId25"/>
    <p:sldId id="275"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85E8F9B2-02AC-6F6E-F5B6-AF53ED8A8312}" name="Lauren Weldy (ALLEGIS GROUP HOLDINGS INC)" initials="LW" userId="S::v-laweldy@microsoft.com::63f3cce1-6527-43d1-991c-7e8015c8c708"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047C5C5-7ACC-435A-AC82-51EA00F3E4BD}" v="9" dt="2026-03-04T05:23:58.65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634" autoAdjust="0"/>
    <p:restoredTop sz="94628"/>
  </p:normalViewPr>
  <p:slideViewPr>
    <p:cSldViewPr snapToGrid="0">
      <p:cViewPr varScale="1">
        <p:scale>
          <a:sx n="57" d="100"/>
          <a:sy n="57" d="100"/>
        </p:scale>
        <p:origin x="1194" y="318"/>
      </p:cViewPr>
      <p:guideLst>
        <p:guide orient="horz" pos="2160"/>
        <p:guide pos="3840"/>
      </p:guideLst>
    </p:cSldViewPr>
  </p:slideViewPr>
  <p:notesTextViewPr>
    <p:cViewPr>
      <p:scale>
        <a:sx n="1" d="1"/>
        <a:sy n="1" d="1"/>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microsoft.com/office/2015/10/relationships/revisionInfo" Target="revisionInfo.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notesMaster" Target="notesMasters/notesMaster1.xml"/><Relationship Id="rId30" Type="http://schemas.openxmlformats.org/officeDocument/2006/relationships/viewProps" Target="viewProps.xml"/><Relationship Id="rId35" Type="http://schemas.microsoft.com/office/2018/10/relationships/authors" Target="authors.xml"/><Relationship Id="rId8"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ewel pan" userId="f133959c856392f0" providerId="LiveId" clId="{E2323B62-1C98-45F4-B202-BB1A4B69ED38}"/>
    <pc:docChg chg="undo redo custSel addSld delSld modSld sldOrd">
      <pc:chgData name="jewel pan" userId="f133959c856392f0" providerId="LiveId" clId="{E2323B62-1C98-45F4-B202-BB1A4B69ED38}" dt="2026-03-04T05:24:01.631" v="605" actId="1076"/>
      <pc:docMkLst>
        <pc:docMk/>
      </pc:docMkLst>
      <pc:sldChg chg="addSp delSp modSp mod">
        <pc:chgData name="jewel pan" userId="f133959c856392f0" providerId="LiveId" clId="{E2323B62-1C98-45F4-B202-BB1A4B69ED38}" dt="2026-03-04T05:22:12.535" v="596" actId="1076"/>
        <pc:sldMkLst>
          <pc:docMk/>
          <pc:sldMk cId="2329614230" sldId="260"/>
        </pc:sldMkLst>
        <pc:spChg chg="add del mod">
          <ac:chgData name="jewel pan" userId="f133959c856392f0" providerId="LiveId" clId="{E2323B62-1C98-45F4-B202-BB1A4B69ED38}" dt="2026-03-04T03:59:46.587" v="227"/>
          <ac:spMkLst>
            <pc:docMk/>
            <pc:sldMk cId="2329614230" sldId="260"/>
            <ac:spMk id="2" creationId="{3465319A-1043-CBEE-D79D-E47757047E62}"/>
          </ac:spMkLst>
        </pc:spChg>
        <pc:spChg chg="mod">
          <ac:chgData name="jewel pan" userId="f133959c856392f0" providerId="LiveId" clId="{E2323B62-1C98-45F4-B202-BB1A4B69ED38}" dt="2026-03-04T03:59:36.604" v="223" actId="255"/>
          <ac:spMkLst>
            <pc:docMk/>
            <pc:sldMk cId="2329614230" sldId="260"/>
            <ac:spMk id="3" creationId="{F01FB9CD-CBF7-C634-8B2F-5E2490FDF9F0}"/>
          </ac:spMkLst>
        </pc:spChg>
        <pc:spChg chg="mod">
          <ac:chgData name="jewel pan" userId="f133959c856392f0" providerId="LiveId" clId="{E2323B62-1C98-45F4-B202-BB1A4B69ED38}" dt="2026-03-04T03:59:44.550" v="225" actId="255"/>
          <ac:spMkLst>
            <pc:docMk/>
            <pc:sldMk cId="2329614230" sldId="260"/>
            <ac:spMk id="4" creationId="{D8319D33-1EDC-2FD6-1393-613ECEB01295}"/>
          </ac:spMkLst>
        </pc:spChg>
        <pc:picChg chg="add mod">
          <ac:chgData name="jewel pan" userId="f133959c856392f0" providerId="LiveId" clId="{E2323B62-1C98-45F4-B202-BB1A4B69ED38}" dt="2026-03-04T05:22:12.535" v="596" actId="1076"/>
          <ac:picMkLst>
            <pc:docMk/>
            <pc:sldMk cId="2329614230" sldId="260"/>
            <ac:picMk id="2" creationId="{C0574A8C-487E-A7D0-8A79-47C79D4F665C}"/>
          </ac:picMkLst>
        </pc:picChg>
      </pc:sldChg>
      <pc:sldChg chg="addSp modSp mod">
        <pc:chgData name="jewel pan" userId="f133959c856392f0" providerId="LiveId" clId="{E2323B62-1C98-45F4-B202-BB1A4B69ED38}" dt="2026-03-04T05:23:01.863" v="600" actId="1076"/>
        <pc:sldMkLst>
          <pc:docMk/>
          <pc:sldMk cId="593861940" sldId="261"/>
        </pc:sldMkLst>
        <pc:spChg chg="mod">
          <ac:chgData name="jewel pan" userId="f133959c856392f0" providerId="LiveId" clId="{E2323B62-1C98-45F4-B202-BB1A4B69ED38}" dt="2026-03-04T04:02:18.463" v="253" actId="255"/>
          <ac:spMkLst>
            <pc:docMk/>
            <pc:sldMk cId="593861940" sldId="261"/>
            <ac:spMk id="2" creationId="{6B68786F-8168-718B-00DE-B7478B9BE5E4}"/>
          </ac:spMkLst>
        </pc:spChg>
        <pc:spChg chg="mod">
          <ac:chgData name="jewel pan" userId="f133959c856392f0" providerId="LiveId" clId="{E2323B62-1C98-45F4-B202-BB1A4B69ED38}" dt="2026-03-04T04:02:06.776" v="251" actId="27636"/>
          <ac:spMkLst>
            <pc:docMk/>
            <pc:sldMk cId="593861940" sldId="261"/>
            <ac:spMk id="3" creationId="{71BE3FAD-F1FC-BE74-3803-B6043B442EA7}"/>
          </ac:spMkLst>
        </pc:spChg>
        <pc:picChg chg="add mod">
          <ac:chgData name="jewel pan" userId="f133959c856392f0" providerId="LiveId" clId="{E2323B62-1C98-45F4-B202-BB1A4B69ED38}" dt="2026-03-04T05:23:01.863" v="600" actId="1076"/>
          <ac:picMkLst>
            <pc:docMk/>
            <pc:sldMk cId="593861940" sldId="261"/>
            <ac:picMk id="5" creationId="{FC230E68-D83E-CE64-F3C4-0AE4773398E5}"/>
          </ac:picMkLst>
        </pc:picChg>
      </pc:sldChg>
      <pc:sldChg chg="addSp modSp mod ord">
        <pc:chgData name="jewel pan" userId="f133959c856392f0" providerId="LiveId" clId="{E2323B62-1C98-45F4-B202-BB1A4B69ED38}" dt="2026-03-04T05:23:39.052" v="603" actId="14100"/>
        <pc:sldMkLst>
          <pc:docMk/>
          <pc:sldMk cId="2129490294" sldId="262"/>
        </pc:sldMkLst>
        <pc:spChg chg="mod">
          <ac:chgData name="jewel pan" userId="f133959c856392f0" providerId="LiveId" clId="{E2323B62-1C98-45F4-B202-BB1A4B69ED38}" dt="2026-03-04T04:06:11.817" v="291" actId="113"/>
          <ac:spMkLst>
            <pc:docMk/>
            <pc:sldMk cId="2129490294" sldId="262"/>
            <ac:spMk id="2" creationId="{7D8DC36B-A0B6-9631-E7EF-17C8921DBA0A}"/>
          </ac:spMkLst>
        </pc:spChg>
        <pc:spChg chg="mod">
          <ac:chgData name="jewel pan" userId="f133959c856392f0" providerId="LiveId" clId="{E2323B62-1C98-45F4-B202-BB1A4B69ED38}" dt="2026-03-04T04:05:52.912" v="289" actId="255"/>
          <ac:spMkLst>
            <pc:docMk/>
            <pc:sldMk cId="2129490294" sldId="262"/>
            <ac:spMk id="3" creationId="{B0DA49F3-6DDF-4491-DD7D-FC7BB11413CE}"/>
          </ac:spMkLst>
        </pc:spChg>
        <pc:picChg chg="add mod">
          <ac:chgData name="jewel pan" userId="f133959c856392f0" providerId="LiveId" clId="{E2323B62-1C98-45F4-B202-BB1A4B69ED38}" dt="2026-03-04T05:23:39.052" v="603" actId="14100"/>
          <ac:picMkLst>
            <pc:docMk/>
            <pc:sldMk cId="2129490294" sldId="262"/>
            <ac:picMk id="5" creationId="{82FDB623-3ADE-1E91-E151-2AE7AFB55A8F}"/>
          </ac:picMkLst>
        </pc:picChg>
      </pc:sldChg>
      <pc:sldChg chg="modSp mod">
        <pc:chgData name="jewel pan" userId="f133959c856392f0" providerId="LiveId" clId="{E2323B62-1C98-45F4-B202-BB1A4B69ED38}" dt="2026-03-04T04:03:01.134" v="261" actId="255"/>
        <pc:sldMkLst>
          <pc:docMk/>
          <pc:sldMk cId="1327935927" sldId="263"/>
        </pc:sldMkLst>
        <pc:spChg chg="mod">
          <ac:chgData name="jewel pan" userId="f133959c856392f0" providerId="LiveId" clId="{E2323B62-1C98-45F4-B202-BB1A4B69ED38}" dt="2026-03-04T04:03:01.134" v="261" actId="255"/>
          <ac:spMkLst>
            <pc:docMk/>
            <pc:sldMk cId="1327935927" sldId="263"/>
            <ac:spMk id="2" creationId="{331A24E9-C92F-8E97-4E10-AC2DA13E17A8}"/>
          </ac:spMkLst>
        </pc:spChg>
        <pc:spChg chg="mod">
          <ac:chgData name="jewel pan" userId="f133959c856392f0" providerId="LiveId" clId="{E2323B62-1C98-45F4-B202-BB1A4B69ED38}" dt="2026-03-04T04:02:39.253" v="257" actId="113"/>
          <ac:spMkLst>
            <pc:docMk/>
            <pc:sldMk cId="1327935927" sldId="263"/>
            <ac:spMk id="3" creationId="{115CB6B9-C351-BEA2-2B44-4F1D4703BE23}"/>
          </ac:spMkLst>
        </pc:spChg>
      </pc:sldChg>
      <pc:sldChg chg="modSp mod">
        <pc:chgData name="jewel pan" userId="f133959c856392f0" providerId="LiveId" clId="{E2323B62-1C98-45F4-B202-BB1A4B69ED38}" dt="2026-03-04T04:05:38.051" v="288" actId="255"/>
        <pc:sldMkLst>
          <pc:docMk/>
          <pc:sldMk cId="3613901616" sldId="265"/>
        </pc:sldMkLst>
        <pc:spChg chg="mod">
          <ac:chgData name="jewel pan" userId="f133959c856392f0" providerId="LiveId" clId="{E2323B62-1C98-45F4-B202-BB1A4B69ED38}" dt="2026-03-04T04:05:24.817" v="287" actId="113"/>
          <ac:spMkLst>
            <pc:docMk/>
            <pc:sldMk cId="3613901616" sldId="265"/>
            <ac:spMk id="2" creationId="{EC40BAC8-C49E-2959-2506-6E6C84296105}"/>
          </ac:spMkLst>
        </pc:spChg>
        <pc:spChg chg="mod">
          <ac:chgData name="jewel pan" userId="f133959c856392f0" providerId="LiveId" clId="{E2323B62-1C98-45F4-B202-BB1A4B69ED38}" dt="2026-03-04T04:05:38.051" v="288" actId="255"/>
          <ac:spMkLst>
            <pc:docMk/>
            <pc:sldMk cId="3613901616" sldId="265"/>
            <ac:spMk id="3" creationId="{01FB0AFD-90F2-E238-F6DA-06CF014C9B8B}"/>
          </ac:spMkLst>
        </pc:spChg>
      </pc:sldChg>
      <pc:sldChg chg="modSp mod">
        <pc:chgData name="jewel pan" userId="f133959c856392f0" providerId="LiveId" clId="{E2323B62-1C98-45F4-B202-BB1A4B69ED38}" dt="2026-03-04T04:03:40.693" v="269" actId="207"/>
        <pc:sldMkLst>
          <pc:docMk/>
          <pc:sldMk cId="582388342" sldId="266"/>
        </pc:sldMkLst>
        <pc:spChg chg="mod">
          <ac:chgData name="jewel pan" userId="f133959c856392f0" providerId="LiveId" clId="{E2323B62-1C98-45F4-B202-BB1A4B69ED38}" dt="2026-03-04T04:03:31.395" v="267" actId="14100"/>
          <ac:spMkLst>
            <pc:docMk/>
            <pc:sldMk cId="582388342" sldId="266"/>
            <ac:spMk id="2" creationId="{BB090ACD-9781-4C25-ED81-120A8E732917}"/>
          </ac:spMkLst>
        </pc:spChg>
        <pc:spChg chg="mod">
          <ac:chgData name="jewel pan" userId="f133959c856392f0" providerId="LiveId" clId="{E2323B62-1C98-45F4-B202-BB1A4B69ED38}" dt="2026-03-04T04:03:40.693" v="269" actId="207"/>
          <ac:spMkLst>
            <pc:docMk/>
            <pc:sldMk cId="582388342" sldId="266"/>
            <ac:spMk id="3" creationId="{97D58A97-80EE-079A-290D-5CF1BB284DD2}"/>
          </ac:spMkLst>
        </pc:spChg>
      </pc:sldChg>
      <pc:sldChg chg="addSp modSp mod">
        <pc:chgData name="jewel pan" userId="f133959c856392f0" providerId="LiveId" clId="{E2323B62-1C98-45F4-B202-BB1A4B69ED38}" dt="2026-03-04T05:22:32.885" v="598" actId="1076"/>
        <pc:sldMkLst>
          <pc:docMk/>
          <pc:sldMk cId="2390909541" sldId="267"/>
        </pc:sldMkLst>
        <pc:spChg chg="mod">
          <ac:chgData name="jewel pan" userId="f133959c856392f0" providerId="LiveId" clId="{E2323B62-1C98-45F4-B202-BB1A4B69ED38}" dt="2026-03-04T04:01:26.085" v="244" actId="207"/>
          <ac:spMkLst>
            <pc:docMk/>
            <pc:sldMk cId="2390909541" sldId="267"/>
            <ac:spMk id="2" creationId="{11D19C60-9EA9-9B2F-46C2-4CCE65F704BB}"/>
          </ac:spMkLst>
        </pc:spChg>
        <pc:spChg chg="mod">
          <ac:chgData name="jewel pan" userId="f133959c856392f0" providerId="LiveId" clId="{E2323B62-1C98-45F4-B202-BB1A4B69ED38}" dt="2026-03-04T04:00:45.980" v="238" actId="27636"/>
          <ac:spMkLst>
            <pc:docMk/>
            <pc:sldMk cId="2390909541" sldId="267"/>
            <ac:spMk id="3" creationId="{A3F06326-16FB-FD31-53FB-3383BB00FB61}"/>
          </ac:spMkLst>
        </pc:spChg>
        <pc:spChg chg="add mod">
          <ac:chgData name="jewel pan" userId="f133959c856392f0" providerId="LiveId" clId="{E2323B62-1C98-45F4-B202-BB1A4B69ED38}" dt="2026-03-04T04:01:52.505" v="249" actId="1076"/>
          <ac:spMkLst>
            <pc:docMk/>
            <pc:sldMk cId="2390909541" sldId="267"/>
            <ac:spMk id="4" creationId="{1A70321E-0A5E-D3D1-87D9-531FB023DDA4}"/>
          </ac:spMkLst>
        </pc:spChg>
        <pc:picChg chg="add mod">
          <ac:chgData name="jewel pan" userId="f133959c856392f0" providerId="LiveId" clId="{E2323B62-1C98-45F4-B202-BB1A4B69ED38}" dt="2026-03-04T05:22:32.885" v="598" actId="1076"/>
          <ac:picMkLst>
            <pc:docMk/>
            <pc:sldMk cId="2390909541" sldId="267"/>
            <ac:picMk id="5" creationId="{BBA8E9F6-35D5-2679-569B-1B1A87828E9C}"/>
          </ac:picMkLst>
        </pc:picChg>
      </pc:sldChg>
      <pc:sldChg chg="addSp modSp mod">
        <pc:chgData name="jewel pan" userId="f133959c856392f0" providerId="LiveId" clId="{E2323B62-1C98-45F4-B202-BB1A4B69ED38}" dt="2026-03-04T05:24:01.631" v="605" actId="1076"/>
        <pc:sldMkLst>
          <pc:docMk/>
          <pc:sldMk cId="2425572896" sldId="268"/>
        </pc:sldMkLst>
        <pc:spChg chg="mod">
          <ac:chgData name="jewel pan" userId="f133959c856392f0" providerId="LiveId" clId="{E2323B62-1C98-45F4-B202-BB1A4B69ED38}" dt="2026-03-04T04:42:33.316" v="559" actId="20577"/>
          <ac:spMkLst>
            <pc:docMk/>
            <pc:sldMk cId="2425572896" sldId="268"/>
            <ac:spMk id="2" creationId="{3BD7B4E5-AB82-5752-FAAB-C400F8A34790}"/>
          </ac:spMkLst>
        </pc:spChg>
        <pc:spChg chg="mod">
          <ac:chgData name="jewel pan" userId="f133959c856392f0" providerId="LiveId" clId="{E2323B62-1C98-45F4-B202-BB1A4B69ED38}" dt="2026-03-04T04:42:23.623" v="555" actId="20577"/>
          <ac:spMkLst>
            <pc:docMk/>
            <pc:sldMk cId="2425572896" sldId="268"/>
            <ac:spMk id="3" creationId="{AF64B96C-9A96-A246-431A-CF24F7B653CC}"/>
          </ac:spMkLst>
        </pc:spChg>
        <pc:picChg chg="add mod">
          <ac:chgData name="jewel pan" userId="f133959c856392f0" providerId="LiveId" clId="{E2323B62-1C98-45F4-B202-BB1A4B69ED38}" dt="2026-03-04T05:24:01.631" v="605" actId="1076"/>
          <ac:picMkLst>
            <pc:docMk/>
            <pc:sldMk cId="2425572896" sldId="268"/>
            <ac:picMk id="5" creationId="{3580DB36-FA81-D1CD-A177-A4A286DCFAB9}"/>
          </ac:picMkLst>
        </pc:picChg>
      </pc:sldChg>
      <pc:sldChg chg="addSp delSp modSp mod">
        <pc:chgData name="jewel pan" userId="f133959c856392f0" providerId="LiveId" clId="{E2323B62-1C98-45F4-B202-BB1A4B69ED38}" dt="2026-03-04T02:59:23.821" v="216" actId="20577"/>
        <pc:sldMkLst>
          <pc:docMk/>
          <pc:sldMk cId="3202855330" sldId="269"/>
        </pc:sldMkLst>
        <pc:spChg chg="mod">
          <ac:chgData name="jewel pan" userId="f133959c856392f0" providerId="LiveId" clId="{E2323B62-1C98-45F4-B202-BB1A4B69ED38}" dt="2026-03-04T02:59:23.821" v="216" actId="20577"/>
          <ac:spMkLst>
            <pc:docMk/>
            <pc:sldMk cId="3202855330" sldId="269"/>
            <ac:spMk id="2" creationId="{7D305D9C-D0D8-0F07-8D26-D0B0264B246C}"/>
          </ac:spMkLst>
        </pc:spChg>
        <pc:spChg chg="del">
          <ac:chgData name="jewel pan" userId="f133959c856392f0" providerId="LiveId" clId="{E2323B62-1C98-45F4-B202-BB1A4B69ED38}" dt="2026-03-04T02:21:41.167" v="7" actId="931"/>
          <ac:spMkLst>
            <pc:docMk/>
            <pc:sldMk cId="3202855330" sldId="269"/>
            <ac:spMk id="3" creationId="{1D41679E-D185-12EA-D58F-2FE939675151}"/>
          </ac:spMkLst>
        </pc:spChg>
        <pc:spChg chg="mod">
          <ac:chgData name="jewel pan" userId="f133959c856392f0" providerId="LiveId" clId="{E2323B62-1C98-45F4-B202-BB1A4B69ED38}" dt="2026-03-04T02:24:47.722" v="23" actId="20577"/>
          <ac:spMkLst>
            <pc:docMk/>
            <pc:sldMk cId="3202855330" sldId="269"/>
            <ac:spMk id="4" creationId="{5B96B57C-3687-8460-F58A-76145FB65B8B}"/>
          </ac:spMkLst>
        </pc:spChg>
        <pc:picChg chg="add mod ord">
          <ac:chgData name="jewel pan" userId="f133959c856392f0" providerId="LiveId" clId="{E2323B62-1C98-45F4-B202-BB1A4B69ED38}" dt="2026-03-04T02:24:11.757" v="20" actId="14100"/>
          <ac:picMkLst>
            <pc:docMk/>
            <pc:sldMk cId="3202855330" sldId="269"/>
            <ac:picMk id="6" creationId="{CBEF1470-D24D-646F-F0EC-C3ADB33F53B5}"/>
          </ac:picMkLst>
        </pc:picChg>
      </pc:sldChg>
      <pc:sldChg chg="del">
        <pc:chgData name="jewel pan" userId="f133959c856392f0" providerId="LiveId" clId="{E2323B62-1C98-45F4-B202-BB1A4B69ED38}" dt="2026-03-04T04:20:42.363" v="406" actId="47"/>
        <pc:sldMkLst>
          <pc:docMk/>
          <pc:sldMk cId="2135011077" sldId="270"/>
        </pc:sldMkLst>
      </pc:sldChg>
      <pc:sldChg chg="del">
        <pc:chgData name="jewel pan" userId="f133959c856392f0" providerId="LiveId" clId="{E2323B62-1C98-45F4-B202-BB1A4B69ED38}" dt="2026-03-04T04:20:47.597" v="407" actId="47"/>
        <pc:sldMkLst>
          <pc:docMk/>
          <pc:sldMk cId="979427086" sldId="271"/>
        </pc:sldMkLst>
      </pc:sldChg>
      <pc:sldChg chg="modSp mod">
        <pc:chgData name="jewel pan" userId="f133959c856392f0" providerId="LiveId" clId="{E2323B62-1C98-45F4-B202-BB1A4B69ED38}" dt="2026-03-04T04:50:27.936" v="571"/>
        <pc:sldMkLst>
          <pc:docMk/>
          <pc:sldMk cId="1425633904" sldId="272"/>
        </pc:sldMkLst>
        <pc:spChg chg="mod">
          <ac:chgData name="jewel pan" userId="f133959c856392f0" providerId="LiveId" clId="{E2323B62-1C98-45F4-B202-BB1A4B69ED38}" dt="2026-03-04T04:50:27.936" v="571"/>
          <ac:spMkLst>
            <pc:docMk/>
            <pc:sldMk cId="1425633904" sldId="272"/>
            <ac:spMk id="2" creationId="{24844F88-66A4-1932-1B24-91AB32FFDB1D}"/>
          </ac:spMkLst>
        </pc:spChg>
        <pc:spChg chg="mod">
          <ac:chgData name="jewel pan" userId="f133959c856392f0" providerId="LiveId" clId="{E2323B62-1C98-45F4-B202-BB1A4B69ED38}" dt="2026-03-04T04:49:52.372" v="569" actId="20577"/>
          <ac:spMkLst>
            <pc:docMk/>
            <pc:sldMk cId="1425633904" sldId="272"/>
            <ac:spMk id="3" creationId="{719472B8-335C-B739-6719-E432D55D991F}"/>
          </ac:spMkLst>
        </pc:spChg>
      </pc:sldChg>
      <pc:sldChg chg="modSp mod">
        <pc:chgData name="jewel pan" userId="f133959c856392f0" providerId="LiveId" clId="{E2323B62-1C98-45F4-B202-BB1A4B69ED38}" dt="2026-03-04T04:33:42.254" v="441" actId="20577"/>
        <pc:sldMkLst>
          <pc:docMk/>
          <pc:sldMk cId="531998982" sldId="273"/>
        </pc:sldMkLst>
        <pc:spChg chg="mod">
          <ac:chgData name="jewel pan" userId="f133959c856392f0" providerId="LiveId" clId="{E2323B62-1C98-45F4-B202-BB1A4B69ED38}" dt="2026-03-04T04:33:16.677" v="438" actId="14100"/>
          <ac:spMkLst>
            <pc:docMk/>
            <pc:sldMk cId="531998982" sldId="273"/>
            <ac:spMk id="2" creationId="{492E30AE-5BCE-7006-A8CF-95A0999AF31C}"/>
          </ac:spMkLst>
        </pc:spChg>
        <pc:spChg chg="mod">
          <ac:chgData name="jewel pan" userId="f133959c856392f0" providerId="LiveId" clId="{E2323B62-1C98-45F4-B202-BB1A4B69ED38}" dt="2026-03-04T04:33:42.254" v="441" actId="20577"/>
          <ac:spMkLst>
            <pc:docMk/>
            <pc:sldMk cId="531998982" sldId="273"/>
            <ac:spMk id="3" creationId="{12CE935E-F49A-33A2-D4C0-D404057A0682}"/>
          </ac:spMkLst>
        </pc:spChg>
      </pc:sldChg>
      <pc:sldChg chg="modSp mod">
        <pc:chgData name="jewel pan" userId="f133959c856392f0" providerId="LiveId" clId="{E2323B62-1C98-45F4-B202-BB1A4B69ED38}" dt="2026-03-04T05:20:28.020" v="593" actId="20577"/>
        <pc:sldMkLst>
          <pc:docMk/>
          <pc:sldMk cId="2683016320" sldId="274"/>
        </pc:sldMkLst>
        <pc:spChg chg="mod">
          <ac:chgData name="jewel pan" userId="f133959c856392f0" providerId="LiveId" clId="{E2323B62-1C98-45F4-B202-BB1A4B69ED38}" dt="2026-03-04T05:19:50.275" v="575" actId="1076"/>
          <ac:spMkLst>
            <pc:docMk/>
            <pc:sldMk cId="2683016320" sldId="274"/>
            <ac:spMk id="2" creationId="{7E154B4E-9F9D-3104-9B59-68E34410E984}"/>
          </ac:spMkLst>
        </pc:spChg>
        <pc:spChg chg="mod">
          <ac:chgData name="jewel pan" userId="f133959c856392f0" providerId="LiveId" clId="{E2323B62-1C98-45F4-B202-BB1A4B69ED38}" dt="2026-03-04T05:20:28.020" v="593" actId="20577"/>
          <ac:spMkLst>
            <pc:docMk/>
            <pc:sldMk cId="2683016320" sldId="274"/>
            <ac:spMk id="3" creationId="{A9E2304D-D4B0-F5E3-4063-5E3890B6AD56}"/>
          </ac:spMkLst>
        </pc:spChg>
      </pc:sldChg>
      <pc:sldChg chg="modSp mod">
        <pc:chgData name="jewel pan" userId="f133959c856392f0" providerId="LiveId" clId="{E2323B62-1C98-45F4-B202-BB1A4B69ED38}" dt="2026-03-04T04:37:13.536" v="522" actId="20577"/>
        <pc:sldMkLst>
          <pc:docMk/>
          <pc:sldMk cId="496692870" sldId="275"/>
        </pc:sldMkLst>
        <pc:spChg chg="mod">
          <ac:chgData name="jewel pan" userId="f133959c856392f0" providerId="LiveId" clId="{E2323B62-1C98-45F4-B202-BB1A4B69ED38}" dt="2026-03-04T04:33:55.319" v="442" actId="313"/>
          <ac:spMkLst>
            <pc:docMk/>
            <pc:sldMk cId="496692870" sldId="275"/>
            <ac:spMk id="2" creationId="{88C98DCC-8CBB-1170-C9FB-BCA483753BC4}"/>
          </ac:spMkLst>
        </pc:spChg>
        <pc:spChg chg="mod">
          <ac:chgData name="jewel pan" userId="f133959c856392f0" providerId="LiveId" clId="{E2323B62-1C98-45F4-B202-BB1A4B69ED38}" dt="2026-03-04T04:37:13.536" v="522" actId="20577"/>
          <ac:spMkLst>
            <pc:docMk/>
            <pc:sldMk cId="496692870" sldId="275"/>
            <ac:spMk id="3" creationId="{D13A2802-E5D3-8D26-FF8C-7617B2976197}"/>
          </ac:spMkLst>
        </pc:spChg>
      </pc:sldChg>
      <pc:sldChg chg="modSp mod">
        <pc:chgData name="jewel pan" userId="f133959c856392f0" providerId="LiveId" clId="{E2323B62-1C98-45F4-B202-BB1A4B69ED38}" dt="2026-03-04T04:04:25.815" v="275" actId="113"/>
        <pc:sldMkLst>
          <pc:docMk/>
          <pc:sldMk cId="1466424182" sldId="276"/>
        </pc:sldMkLst>
        <pc:spChg chg="mod">
          <ac:chgData name="jewel pan" userId="f133959c856392f0" providerId="LiveId" clId="{E2323B62-1C98-45F4-B202-BB1A4B69ED38}" dt="2026-03-04T04:04:25.815" v="275" actId="113"/>
          <ac:spMkLst>
            <pc:docMk/>
            <pc:sldMk cId="1466424182" sldId="276"/>
            <ac:spMk id="2" creationId="{D8FEC5AF-C2A4-54DA-3EF6-A8958199C8A7}"/>
          </ac:spMkLst>
        </pc:spChg>
        <pc:spChg chg="mod">
          <ac:chgData name="jewel pan" userId="f133959c856392f0" providerId="LiveId" clId="{E2323B62-1C98-45F4-B202-BB1A4B69ED38}" dt="2026-03-04T04:04:05.837" v="271" actId="207"/>
          <ac:spMkLst>
            <pc:docMk/>
            <pc:sldMk cId="1466424182" sldId="276"/>
            <ac:spMk id="3" creationId="{01CF368E-7C32-867A-DE12-ED22EE87A067}"/>
          </ac:spMkLst>
        </pc:spChg>
      </pc:sldChg>
      <pc:sldChg chg="addSp modSp new mod">
        <pc:chgData name="jewel pan" userId="f133959c856392f0" providerId="LiveId" clId="{E2323B62-1C98-45F4-B202-BB1A4B69ED38}" dt="2026-03-04T02:54:57.053" v="178" actId="20577"/>
        <pc:sldMkLst>
          <pc:docMk/>
          <pc:sldMk cId="1482747600" sldId="277"/>
        </pc:sldMkLst>
        <pc:spChg chg="mod">
          <ac:chgData name="jewel pan" userId="f133959c856392f0" providerId="LiveId" clId="{E2323B62-1C98-45F4-B202-BB1A4B69ED38}" dt="2026-03-04T02:54:57.053" v="178" actId="20577"/>
          <ac:spMkLst>
            <pc:docMk/>
            <pc:sldMk cId="1482747600" sldId="277"/>
            <ac:spMk id="2" creationId="{474558E2-F11C-38D3-F9C3-BE41A3AF4461}"/>
          </ac:spMkLst>
        </pc:spChg>
        <pc:picChg chg="add mod">
          <ac:chgData name="jewel pan" userId="f133959c856392f0" providerId="LiveId" clId="{E2323B62-1C98-45F4-B202-BB1A4B69ED38}" dt="2026-03-04T02:26:58.738" v="38" actId="14100"/>
          <ac:picMkLst>
            <pc:docMk/>
            <pc:sldMk cId="1482747600" sldId="277"/>
            <ac:picMk id="5" creationId="{35D056A5-396C-AF38-40E1-9441C8B4081A}"/>
          </ac:picMkLst>
        </pc:picChg>
      </pc:sldChg>
      <pc:sldChg chg="addSp delSp modSp new mod">
        <pc:chgData name="jewel pan" userId="f133959c856392f0" providerId="LiveId" clId="{E2323B62-1C98-45F4-B202-BB1A4B69ED38}" dt="2026-03-04T02:54:51.403" v="177" actId="20577"/>
        <pc:sldMkLst>
          <pc:docMk/>
          <pc:sldMk cId="901609872" sldId="278"/>
        </pc:sldMkLst>
        <pc:spChg chg="mod">
          <ac:chgData name="jewel pan" userId="f133959c856392f0" providerId="LiveId" clId="{E2323B62-1C98-45F4-B202-BB1A4B69ED38}" dt="2026-03-04T02:54:51.403" v="177" actId="20577"/>
          <ac:spMkLst>
            <pc:docMk/>
            <pc:sldMk cId="901609872" sldId="278"/>
            <ac:spMk id="2" creationId="{3165B910-96A9-14F3-7F65-F1E156F190E2}"/>
          </ac:spMkLst>
        </pc:spChg>
        <pc:picChg chg="add del mod">
          <ac:chgData name="jewel pan" userId="f133959c856392f0" providerId="LiveId" clId="{E2323B62-1C98-45F4-B202-BB1A4B69ED38}" dt="2026-03-04T02:27:36.212" v="43" actId="478"/>
          <ac:picMkLst>
            <pc:docMk/>
            <pc:sldMk cId="901609872" sldId="278"/>
            <ac:picMk id="5" creationId="{8D9860BB-0F3A-5046-2DE0-66A2A5E84814}"/>
          </ac:picMkLst>
        </pc:picChg>
        <pc:picChg chg="add mod">
          <ac:chgData name="jewel pan" userId="f133959c856392f0" providerId="LiveId" clId="{E2323B62-1C98-45F4-B202-BB1A4B69ED38}" dt="2026-03-04T02:29:09.509" v="52" actId="1076"/>
          <ac:picMkLst>
            <pc:docMk/>
            <pc:sldMk cId="901609872" sldId="278"/>
            <ac:picMk id="7" creationId="{EE13206A-1AB5-4D9F-6B12-C9AF9CDE7C6D}"/>
          </ac:picMkLst>
        </pc:picChg>
      </pc:sldChg>
      <pc:sldChg chg="modSp new mod">
        <pc:chgData name="jewel pan" userId="f133959c856392f0" providerId="LiveId" clId="{E2323B62-1C98-45F4-B202-BB1A4B69ED38}" dt="2026-03-04T02:59:16.181" v="212" actId="20577"/>
        <pc:sldMkLst>
          <pc:docMk/>
          <pc:sldMk cId="3407170688" sldId="279"/>
        </pc:sldMkLst>
        <pc:spChg chg="mod">
          <ac:chgData name="jewel pan" userId="f133959c856392f0" providerId="LiveId" clId="{E2323B62-1C98-45F4-B202-BB1A4B69ED38}" dt="2026-03-04T02:37:32.441" v="119" actId="20577"/>
          <ac:spMkLst>
            <pc:docMk/>
            <pc:sldMk cId="3407170688" sldId="279"/>
            <ac:spMk id="2" creationId="{19D49FF0-E197-D6A0-35BA-C8A4C3AFE24B}"/>
          </ac:spMkLst>
        </pc:spChg>
        <pc:spChg chg="mod">
          <ac:chgData name="jewel pan" userId="f133959c856392f0" providerId="LiveId" clId="{E2323B62-1C98-45F4-B202-BB1A4B69ED38}" dt="2026-03-04T02:59:16.181" v="212" actId="20577"/>
          <ac:spMkLst>
            <pc:docMk/>
            <pc:sldMk cId="3407170688" sldId="279"/>
            <ac:spMk id="3" creationId="{C34B9ABF-280B-8C87-D767-04B12EE42495}"/>
          </ac:spMkLst>
        </pc:spChg>
      </pc:sldChg>
      <pc:sldChg chg="modSp new mod">
        <pc:chgData name="jewel pan" userId="f133959c856392f0" providerId="LiveId" clId="{E2323B62-1C98-45F4-B202-BB1A4B69ED38}" dt="2026-03-04T02:55:14.515" v="203" actId="20577"/>
        <pc:sldMkLst>
          <pc:docMk/>
          <pc:sldMk cId="1286363676" sldId="280"/>
        </pc:sldMkLst>
        <pc:spChg chg="mod">
          <ac:chgData name="jewel pan" userId="f133959c856392f0" providerId="LiveId" clId="{E2323B62-1C98-45F4-B202-BB1A4B69ED38}" dt="2026-03-04T02:53:51.616" v="170" actId="207"/>
          <ac:spMkLst>
            <pc:docMk/>
            <pc:sldMk cId="1286363676" sldId="280"/>
            <ac:spMk id="2" creationId="{F186A97E-B95A-7024-5B33-D1FAB5513D47}"/>
          </ac:spMkLst>
        </pc:spChg>
        <pc:spChg chg="mod">
          <ac:chgData name="jewel pan" userId="f133959c856392f0" providerId="LiveId" clId="{E2323B62-1C98-45F4-B202-BB1A4B69ED38}" dt="2026-03-04T02:55:14.515" v="203" actId="20577"/>
          <ac:spMkLst>
            <pc:docMk/>
            <pc:sldMk cId="1286363676" sldId="280"/>
            <ac:spMk id="3" creationId="{67BC45A4-A97A-24C2-E726-9EEEF5B81999}"/>
          </ac:spMkLst>
        </pc:spChg>
      </pc:sldChg>
      <pc:sldChg chg="addSp modSp new mod">
        <pc:chgData name="jewel pan" userId="f133959c856392f0" providerId="LiveId" clId="{E2323B62-1C98-45F4-B202-BB1A4B69ED38}" dt="2026-03-04T04:08:32.119" v="313" actId="14100"/>
        <pc:sldMkLst>
          <pc:docMk/>
          <pc:sldMk cId="211730551" sldId="281"/>
        </pc:sldMkLst>
        <pc:spChg chg="mod">
          <ac:chgData name="jewel pan" userId="f133959c856392f0" providerId="LiveId" clId="{E2323B62-1C98-45F4-B202-BB1A4B69ED38}" dt="2026-03-04T04:08:19.395" v="310" actId="255"/>
          <ac:spMkLst>
            <pc:docMk/>
            <pc:sldMk cId="211730551" sldId="281"/>
            <ac:spMk id="3" creationId="{3C928E60-EDB6-B537-3869-BF5E6B1B19A9}"/>
          </ac:spMkLst>
        </pc:spChg>
        <pc:picChg chg="add mod">
          <ac:chgData name="jewel pan" userId="f133959c856392f0" providerId="LiveId" clId="{E2323B62-1C98-45F4-B202-BB1A4B69ED38}" dt="2026-03-04T04:08:32.119" v="313" actId="14100"/>
          <ac:picMkLst>
            <pc:docMk/>
            <pc:sldMk cId="211730551" sldId="281"/>
            <ac:picMk id="5" creationId="{AED7BDA0-D312-345A-9912-25761FA89308}"/>
          </ac:picMkLst>
        </pc:picChg>
      </pc:sldChg>
      <pc:sldChg chg="addSp delSp modSp new mod modClrScheme chgLayout">
        <pc:chgData name="jewel pan" userId="f133959c856392f0" providerId="LiveId" clId="{E2323B62-1C98-45F4-B202-BB1A4B69ED38}" dt="2026-03-04T04:11:27.941" v="357" actId="207"/>
        <pc:sldMkLst>
          <pc:docMk/>
          <pc:sldMk cId="2560833622" sldId="282"/>
        </pc:sldMkLst>
        <pc:spChg chg="del">
          <ac:chgData name="jewel pan" userId="f133959c856392f0" providerId="LiveId" clId="{E2323B62-1C98-45F4-B202-BB1A4B69ED38}" dt="2026-03-04T04:09:49.180" v="323" actId="26606"/>
          <ac:spMkLst>
            <pc:docMk/>
            <pc:sldMk cId="2560833622" sldId="282"/>
            <ac:spMk id="2" creationId="{F32A0D88-2918-6814-2796-B44BB00EE76B}"/>
          </ac:spMkLst>
        </pc:spChg>
        <pc:spChg chg="mod">
          <ac:chgData name="jewel pan" userId="f133959c856392f0" providerId="LiveId" clId="{E2323B62-1C98-45F4-B202-BB1A4B69ED38}" dt="2026-03-04T04:11:27.941" v="357" actId="207"/>
          <ac:spMkLst>
            <pc:docMk/>
            <pc:sldMk cId="2560833622" sldId="282"/>
            <ac:spMk id="3" creationId="{0443E582-B4FE-7C7E-D64B-50BBCB6D1DCB}"/>
          </ac:spMkLst>
        </pc:spChg>
        <pc:spChg chg="add mod">
          <ac:chgData name="jewel pan" userId="f133959c856392f0" providerId="LiveId" clId="{E2323B62-1C98-45F4-B202-BB1A4B69ED38}" dt="2026-03-04T04:09:49.180" v="323" actId="26606"/>
          <ac:spMkLst>
            <pc:docMk/>
            <pc:sldMk cId="2560833622" sldId="282"/>
            <ac:spMk id="10" creationId="{4D73B611-FDD1-645A-D897-A16D6B144186}"/>
          </ac:spMkLst>
        </pc:spChg>
        <pc:spChg chg="add mod">
          <ac:chgData name="jewel pan" userId="f133959c856392f0" providerId="LiveId" clId="{E2323B62-1C98-45F4-B202-BB1A4B69ED38}" dt="2026-03-04T04:09:49.180" v="323" actId="26606"/>
          <ac:spMkLst>
            <pc:docMk/>
            <pc:sldMk cId="2560833622" sldId="282"/>
            <ac:spMk id="12" creationId="{95CEB8A7-E680-E956-A4BB-91FE18A11AA8}"/>
          </ac:spMkLst>
        </pc:spChg>
        <pc:picChg chg="add mod">
          <ac:chgData name="jewel pan" userId="f133959c856392f0" providerId="LiveId" clId="{E2323B62-1C98-45F4-B202-BB1A4B69ED38}" dt="2026-03-04T04:09:49.180" v="323" actId="26606"/>
          <ac:picMkLst>
            <pc:docMk/>
            <pc:sldMk cId="2560833622" sldId="282"/>
            <ac:picMk id="5" creationId="{E4127CEF-6E33-2FBD-838F-5AC7996B10F8}"/>
          </ac:picMkLst>
        </pc:picChg>
      </pc:sldChg>
      <pc:sldChg chg="addSp modSp new mod">
        <pc:chgData name="jewel pan" userId="f133959c856392f0" providerId="LiveId" clId="{E2323B62-1C98-45F4-B202-BB1A4B69ED38}" dt="2026-03-04T04:11:21.732" v="356" actId="113"/>
        <pc:sldMkLst>
          <pc:docMk/>
          <pc:sldMk cId="2840695939" sldId="283"/>
        </pc:sldMkLst>
        <pc:spChg chg="mod">
          <ac:chgData name="jewel pan" userId="f133959c856392f0" providerId="LiveId" clId="{E2323B62-1C98-45F4-B202-BB1A4B69ED38}" dt="2026-03-04T04:11:21.732" v="356" actId="113"/>
          <ac:spMkLst>
            <pc:docMk/>
            <pc:sldMk cId="2840695939" sldId="283"/>
            <ac:spMk id="3" creationId="{2F16E2E6-B1FC-B370-EB75-548435EB4180}"/>
          </ac:spMkLst>
        </pc:spChg>
        <pc:picChg chg="add mod">
          <ac:chgData name="jewel pan" userId="f133959c856392f0" providerId="LiveId" clId="{E2323B62-1C98-45F4-B202-BB1A4B69ED38}" dt="2026-03-04T04:10:34.315" v="341" actId="14100"/>
          <ac:picMkLst>
            <pc:docMk/>
            <pc:sldMk cId="2840695939" sldId="283"/>
            <ac:picMk id="5" creationId="{0F0B16BC-E0AB-8D8B-F03B-4067953BB649}"/>
          </ac:picMkLst>
        </pc:picChg>
      </pc:sldChg>
      <pc:sldChg chg="modSp new mod">
        <pc:chgData name="jewel pan" userId="f133959c856392f0" providerId="LiveId" clId="{E2323B62-1C98-45F4-B202-BB1A4B69ED38}" dt="2026-03-04T04:20:23.602" v="405" actId="20577"/>
        <pc:sldMkLst>
          <pc:docMk/>
          <pc:sldMk cId="925004645" sldId="284"/>
        </pc:sldMkLst>
        <pc:spChg chg="mod">
          <ac:chgData name="jewel pan" userId="f133959c856392f0" providerId="LiveId" clId="{E2323B62-1C98-45F4-B202-BB1A4B69ED38}" dt="2026-03-04T04:20:23.602" v="405" actId="20577"/>
          <ac:spMkLst>
            <pc:docMk/>
            <pc:sldMk cId="925004645" sldId="284"/>
            <ac:spMk id="2" creationId="{A7FD81EF-078B-CB4B-0F43-3CF1DBB2BE07}"/>
          </ac:spMkLst>
        </pc:spChg>
        <pc:spChg chg="mod">
          <ac:chgData name="jewel pan" userId="f133959c856392f0" providerId="LiveId" clId="{E2323B62-1C98-45F4-B202-BB1A4B69ED38}" dt="2026-03-04T04:19:44.498" v="368" actId="20577"/>
          <ac:spMkLst>
            <pc:docMk/>
            <pc:sldMk cId="925004645" sldId="284"/>
            <ac:spMk id="3" creationId="{0D9440DB-ED3A-602C-99A1-F6B1D32AE7F5}"/>
          </ac:spMkLst>
        </pc:spChg>
      </pc:sldChg>
    </pc:docChg>
  </pc:docChgLst>
  <pc:docChgLst>
    <pc:chgData name="jewel pan" userId="f133959c856392f0" providerId="Windows Live" clId="Web-{D39D5BC9-12C9-414C-B77F-311B126AA86D}"/>
    <pc:docChg chg="addSld delSld modSld">
      <pc:chgData name="jewel pan" userId="f133959c856392f0" providerId="Windows Live" clId="Web-{D39D5BC9-12C9-414C-B77F-311B126AA86D}" dt="2026-03-02T02:11:24.992" v="350" actId="1076"/>
      <pc:docMkLst>
        <pc:docMk/>
      </pc:docMkLst>
      <pc:sldChg chg="modSp">
        <pc:chgData name="jewel pan" userId="f133959c856392f0" providerId="Windows Live" clId="Web-{D39D5BC9-12C9-414C-B77F-311B126AA86D}" dt="2026-03-02T01:45:40.348" v="52" actId="20577"/>
        <pc:sldMkLst>
          <pc:docMk/>
          <pc:sldMk cId="2329614230" sldId="260"/>
        </pc:sldMkLst>
        <pc:spChg chg="mod">
          <ac:chgData name="jewel pan" userId="f133959c856392f0" providerId="Windows Live" clId="Web-{D39D5BC9-12C9-414C-B77F-311B126AA86D}" dt="2026-03-02T01:45:26.047" v="40" actId="20577"/>
          <ac:spMkLst>
            <pc:docMk/>
            <pc:sldMk cId="2329614230" sldId="260"/>
            <ac:spMk id="3" creationId="{F01FB9CD-CBF7-C634-8B2F-5E2490FDF9F0}"/>
          </ac:spMkLst>
        </pc:spChg>
        <pc:spChg chg="mod">
          <ac:chgData name="jewel pan" userId="f133959c856392f0" providerId="Windows Live" clId="Web-{D39D5BC9-12C9-414C-B77F-311B126AA86D}" dt="2026-03-02T01:45:40.348" v="52" actId="20577"/>
          <ac:spMkLst>
            <pc:docMk/>
            <pc:sldMk cId="2329614230" sldId="260"/>
            <ac:spMk id="4" creationId="{D8319D33-1EDC-2FD6-1393-613ECEB01295}"/>
          </ac:spMkLst>
        </pc:spChg>
      </pc:sldChg>
      <pc:sldChg chg="modSp new">
        <pc:chgData name="jewel pan" userId="f133959c856392f0" providerId="Windows Live" clId="Web-{D39D5BC9-12C9-414C-B77F-311B126AA86D}" dt="2026-03-02T01:45:00.290" v="35" actId="20577"/>
        <pc:sldMkLst>
          <pc:docMk/>
          <pc:sldMk cId="593861940" sldId="261"/>
        </pc:sldMkLst>
        <pc:spChg chg="mod">
          <ac:chgData name="jewel pan" userId="f133959c856392f0" providerId="Windows Live" clId="Web-{D39D5BC9-12C9-414C-B77F-311B126AA86D}" dt="2026-03-02T01:45:00.290" v="35" actId="20577"/>
          <ac:spMkLst>
            <pc:docMk/>
            <pc:sldMk cId="593861940" sldId="261"/>
            <ac:spMk id="2" creationId="{6B68786F-8168-718B-00DE-B7478B9BE5E4}"/>
          </ac:spMkLst>
        </pc:spChg>
        <pc:spChg chg="mod">
          <ac:chgData name="jewel pan" userId="f133959c856392f0" providerId="Windows Live" clId="Web-{D39D5BC9-12C9-414C-B77F-311B126AA86D}" dt="2026-03-02T01:43:39.445" v="12" actId="20577"/>
          <ac:spMkLst>
            <pc:docMk/>
            <pc:sldMk cId="593861940" sldId="261"/>
            <ac:spMk id="3" creationId="{71BE3FAD-F1FC-BE74-3803-B6043B442EA7}"/>
          </ac:spMkLst>
        </pc:spChg>
      </pc:sldChg>
      <pc:sldChg chg="modSp new">
        <pc:chgData name="jewel pan" userId="f133959c856392f0" providerId="Windows Live" clId="Web-{D39D5BC9-12C9-414C-B77F-311B126AA86D}" dt="2026-03-02T01:45:08.244" v="37" actId="20577"/>
        <pc:sldMkLst>
          <pc:docMk/>
          <pc:sldMk cId="2129490294" sldId="262"/>
        </pc:sldMkLst>
        <pc:spChg chg="mod">
          <ac:chgData name="jewel pan" userId="f133959c856392f0" providerId="Windows Live" clId="Web-{D39D5BC9-12C9-414C-B77F-311B126AA86D}" dt="2026-03-02T01:45:08.244" v="37" actId="20577"/>
          <ac:spMkLst>
            <pc:docMk/>
            <pc:sldMk cId="2129490294" sldId="262"/>
            <ac:spMk id="2" creationId="{7D8DC36B-A0B6-9631-E7EF-17C8921DBA0A}"/>
          </ac:spMkLst>
        </pc:spChg>
        <pc:spChg chg="mod">
          <ac:chgData name="jewel pan" userId="f133959c856392f0" providerId="Windows Live" clId="Web-{D39D5BC9-12C9-414C-B77F-311B126AA86D}" dt="2026-03-02T01:45:05.650" v="36" actId="20577"/>
          <ac:spMkLst>
            <pc:docMk/>
            <pc:sldMk cId="2129490294" sldId="262"/>
            <ac:spMk id="3" creationId="{B0DA49F3-6DDF-4491-DD7D-FC7BB11413CE}"/>
          </ac:spMkLst>
        </pc:spChg>
      </pc:sldChg>
      <pc:sldChg chg="addSp delSp modSp new mod modClrScheme chgLayout">
        <pc:chgData name="jewel pan" userId="f133959c856392f0" providerId="Windows Live" clId="Web-{D39D5BC9-12C9-414C-B77F-311B126AA86D}" dt="2026-03-02T01:57:52.555" v="136" actId="20577"/>
        <pc:sldMkLst>
          <pc:docMk/>
          <pc:sldMk cId="1327935927" sldId="263"/>
        </pc:sldMkLst>
        <pc:spChg chg="mod">
          <ac:chgData name="jewel pan" userId="f133959c856392f0" providerId="Windows Live" clId="Web-{D39D5BC9-12C9-414C-B77F-311B126AA86D}" dt="2026-03-02T01:57:52.555" v="136" actId="20577"/>
          <ac:spMkLst>
            <pc:docMk/>
            <pc:sldMk cId="1327935927" sldId="263"/>
            <ac:spMk id="2" creationId="{331A24E9-C92F-8E97-4E10-AC2DA13E17A8}"/>
          </ac:spMkLst>
        </pc:spChg>
        <pc:spChg chg="mod">
          <ac:chgData name="jewel pan" userId="f133959c856392f0" providerId="Windows Live" clId="Web-{D39D5BC9-12C9-414C-B77F-311B126AA86D}" dt="2026-03-02T01:57:40.711" v="134" actId="20577"/>
          <ac:spMkLst>
            <pc:docMk/>
            <pc:sldMk cId="1327935927" sldId="263"/>
            <ac:spMk id="3" creationId="{115CB6B9-C351-BEA2-2B44-4F1D4703BE23}"/>
          </ac:spMkLst>
        </pc:spChg>
        <pc:spChg chg="add mod">
          <ac:chgData name="jewel pan" userId="f133959c856392f0" providerId="Windows Live" clId="Web-{D39D5BC9-12C9-414C-B77F-311B126AA86D}" dt="2026-03-02T01:55:55.819" v="114"/>
          <ac:spMkLst>
            <pc:docMk/>
            <pc:sldMk cId="1327935927" sldId="263"/>
            <ac:spMk id="9" creationId="{4F183ABF-C79C-EBE4-5167-D83D78D70B05}"/>
          </ac:spMkLst>
        </pc:spChg>
      </pc:sldChg>
      <pc:sldChg chg="modSp new">
        <pc:chgData name="jewel pan" userId="f133959c856392f0" providerId="Windows Live" clId="Web-{D39D5BC9-12C9-414C-B77F-311B126AA86D}" dt="2026-03-02T02:01:30.573" v="155" actId="14100"/>
        <pc:sldMkLst>
          <pc:docMk/>
          <pc:sldMk cId="3613901616" sldId="265"/>
        </pc:sldMkLst>
        <pc:spChg chg="mod">
          <ac:chgData name="jewel pan" userId="f133959c856392f0" providerId="Windows Live" clId="Web-{D39D5BC9-12C9-414C-B77F-311B126AA86D}" dt="2026-03-02T02:01:22.479" v="152" actId="1076"/>
          <ac:spMkLst>
            <pc:docMk/>
            <pc:sldMk cId="3613901616" sldId="265"/>
            <ac:spMk id="2" creationId="{EC40BAC8-C49E-2959-2506-6E6C84296105}"/>
          </ac:spMkLst>
        </pc:spChg>
        <pc:spChg chg="mod">
          <ac:chgData name="jewel pan" userId="f133959c856392f0" providerId="Windows Live" clId="Web-{D39D5BC9-12C9-414C-B77F-311B126AA86D}" dt="2026-03-02T02:01:30.573" v="155" actId="14100"/>
          <ac:spMkLst>
            <pc:docMk/>
            <pc:sldMk cId="3613901616" sldId="265"/>
            <ac:spMk id="3" creationId="{01FB0AFD-90F2-E238-F6DA-06CF014C9B8B}"/>
          </ac:spMkLst>
        </pc:spChg>
      </pc:sldChg>
      <pc:sldChg chg="modSp new">
        <pc:chgData name="jewel pan" userId="f133959c856392f0" providerId="Windows Live" clId="Web-{D39D5BC9-12C9-414C-B77F-311B126AA86D}" dt="2026-03-02T01:55:34.928" v="113" actId="20577"/>
        <pc:sldMkLst>
          <pc:docMk/>
          <pc:sldMk cId="582388342" sldId="266"/>
        </pc:sldMkLst>
        <pc:spChg chg="mod">
          <ac:chgData name="jewel pan" userId="f133959c856392f0" providerId="Windows Live" clId="Web-{D39D5BC9-12C9-414C-B77F-311B126AA86D}" dt="2026-03-02T01:54:41.020" v="107" actId="20577"/>
          <ac:spMkLst>
            <pc:docMk/>
            <pc:sldMk cId="582388342" sldId="266"/>
            <ac:spMk id="2" creationId="{BB090ACD-9781-4C25-ED81-120A8E732917}"/>
          </ac:spMkLst>
        </pc:spChg>
        <pc:spChg chg="mod">
          <ac:chgData name="jewel pan" userId="f133959c856392f0" providerId="Windows Live" clId="Web-{D39D5BC9-12C9-414C-B77F-311B126AA86D}" dt="2026-03-02T01:55:28.771" v="112" actId="20577"/>
          <ac:spMkLst>
            <pc:docMk/>
            <pc:sldMk cId="582388342" sldId="266"/>
            <ac:spMk id="3" creationId="{97D58A97-80EE-079A-290D-5CF1BB284DD2}"/>
          </ac:spMkLst>
        </pc:spChg>
        <pc:spChg chg="mod">
          <ac:chgData name="jewel pan" userId="f133959c856392f0" providerId="Windows Live" clId="Web-{D39D5BC9-12C9-414C-B77F-311B126AA86D}" dt="2026-03-02T01:55:34.928" v="113" actId="20577"/>
          <ac:spMkLst>
            <pc:docMk/>
            <pc:sldMk cId="582388342" sldId="266"/>
            <ac:spMk id="4" creationId="{0FF111AF-49D8-9BC4-118E-7DB13FAD6912}"/>
          </ac:spMkLst>
        </pc:spChg>
      </pc:sldChg>
      <pc:sldChg chg="modSp new">
        <pc:chgData name="jewel pan" userId="f133959c856392f0" providerId="Windows Live" clId="Web-{D39D5BC9-12C9-414C-B77F-311B126AA86D}" dt="2026-03-02T02:00:23.948" v="146" actId="20577"/>
        <pc:sldMkLst>
          <pc:docMk/>
          <pc:sldMk cId="2390909541" sldId="267"/>
        </pc:sldMkLst>
        <pc:spChg chg="mod">
          <ac:chgData name="jewel pan" userId="f133959c856392f0" providerId="Windows Live" clId="Web-{D39D5BC9-12C9-414C-B77F-311B126AA86D}" dt="2026-03-02T01:58:39.118" v="143" actId="20577"/>
          <ac:spMkLst>
            <pc:docMk/>
            <pc:sldMk cId="2390909541" sldId="267"/>
            <ac:spMk id="2" creationId="{11D19C60-9EA9-9B2F-46C2-4CCE65F704BB}"/>
          </ac:spMkLst>
        </pc:spChg>
        <pc:spChg chg="mod">
          <ac:chgData name="jewel pan" userId="f133959c856392f0" providerId="Windows Live" clId="Web-{D39D5BC9-12C9-414C-B77F-311B126AA86D}" dt="2026-03-02T02:00:23.948" v="146" actId="20577"/>
          <ac:spMkLst>
            <pc:docMk/>
            <pc:sldMk cId="2390909541" sldId="267"/>
            <ac:spMk id="3" creationId="{A3F06326-16FB-FD31-53FB-3383BB00FB61}"/>
          </ac:spMkLst>
        </pc:spChg>
      </pc:sldChg>
      <pc:sldChg chg="modSp new">
        <pc:chgData name="jewel pan" userId="f133959c856392f0" providerId="Windows Live" clId="Web-{D39D5BC9-12C9-414C-B77F-311B126AA86D}" dt="2026-03-02T02:02:41.355" v="184" actId="20577"/>
        <pc:sldMkLst>
          <pc:docMk/>
          <pc:sldMk cId="2425572896" sldId="268"/>
        </pc:sldMkLst>
        <pc:spChg chg="mod">
          <ac:chgData name="jewel pan" userId="f133959c856392f0" providerId="Windows Live" clId="Web-{D39D5BC9-12C9-414C-B77F-311B126AA86D}" dt="2026-03-02T02:02:14.949" v="170" actId="20577"/>
          <ac:spMkLst>
            <pc:docMk/>
            <pc:sldMk cId="2425572896" sldId="268"/>
            <ac:spMk id="2" creationId="{3BD7B4E5-AB82-5752-FAAB-C400F8A34790}"/>
          </ac:spMkLst>
        </pc:spChg>
        <pc:spChg chg="mod">
          <ac:chgData name="jewel pan" userId="f133959c856392f0" providerId="Windows Live" clId="Web-{D39D5BC9-12C9-414C-B77F-311B126AA86D}" dt="2026-03-02T02:02:41.355" v="184" actId="20577"/>
          <ac:spMkLst>
            <pc:docMk/>
            <pc:sldMk cId="2425572896" sldId="268"/>
            <ac:spMk id="3" creationId="{AF64B96C-9A96-A246-431A-CF24F7B653CC}"/>
          </ac:spMkLst>
        </pc:spChg>
      </pc:sldChg>
      <pc:sldChg chg="modSp new">
        <pc:chgData name="jewel pan" userId="f133959c856392f0" providerId="Windows Live" clId="Web-{D39D5BC9-12C9-414C-B77F-311B126AA86D}" dt="2026-03-02T02:03:05.964" v="190" actId="20577"/>
        <pc:sldMkLst>
          <pc:docMk/>
          <pc:sldMk cId="3202855330" sldId="269"/>
        </pc:sldMkLst>
        <pc:spChg chg="mod">
          <ac:chgData name="jewel pan" userId="f133959c856392f0" providerId="Windows Live" clId="Web-{D39D5BC9-12C9-414C-B77F-311B126AA86D}" dt="2026-03-02T02:03:05.964" v="190" actId="20577"/>
          <ac:spMkLst>
            <pc:docMk/>
            <pc:sldMk cId="3202855330" sldId="269"/>
            <ac:spMk id="2" creationId="{7D305D9C-D0D8-0F07-8D26-D0B0264B246C}"/>
          </ac:spMkLst>
        </pc:spChg>
      </pc:sldChg>
      <pc:sldChg chg="modSp new">
        <pc:chgData name="jewel pan" userId="f133959c856392f0" providerId="Windows Live" clId="Web-{D39D5BC9-12C9-414C-B77F-311B126AA86D}" dt="2026-03-02T02:06:25.547" v="314" actId="20577"/>
        <pc:sldMkLst>
          <pc:docMk/>
          <pc:sldMk cId="1425633904" sldId="272"/>
        </pc:sldMkLst>
        <pc:spChg chg="mod">
          <ac:chgData name="jewel pan" userId="f133959c856392f0" providerId="Windows Live" clId="Web-{D39D5BC9-12C9-414C-B77F-311B126AA86D}" dt="2026-03-02T02:06:25.547" v="314" actId="20577"/>
          <ac:spMkLst>
            <pc:docMk/>
            <pc:sldMk cId="1425633904" sldId="272"/>
            <ac:spMk id="2" creationId="{24844F88-66A4-1932-1B24-91AB32FFDB1D}"/>
          </ac:spMkLst>
        </pc:spChg>
      </pc:sldChg>
      <pc:sldChg chg="modSp new">
        <pc:chgData name="jewel pan" userId="f133959c856392f0" providerId="Windows Live" clId="Web-{D39D5BC9-12C9-414C-B77F-311B126AA86D}" dt="2026-03-02T02:08:00.018" v="326" actId="1076"/>
        <pc:sldMkLst>
          <pc:docMk/>
          <pc:sldMk cId="531998982" sldId="273"/>
        </pc:sldMkLst>
        <pc:spChg chg="mod">
          <ac:chgData name="jewel pan" userId="f133959c856392f0" providerId="Windows Live" clId="Web-{D39D5BC9-12C9-414C-B77F-311B126AA86D}" dt="2026-03-02T02:07:57.674" v="325" actId="1076"/>
          <ac:spMkLst>
            <pc:docMk/>
            <pc:sldMk cId="531998982" sldId="273"/>
            <ac:spMk id="2" creationId="{492E30AE-5BCE-7006-A8CF-95A0999AF31C}"/>
          </ac:spMkLst>
        </pc:spChg>
        <pc:spChg chg="mod">
          <ac:chgData name="jewel pan" userId="f133959c856392f0" providerId="Windows Live" clId="Web-{D39D5BC9-12C9-414C-B77F-311B126AA86D}" dt="2026-03-02T02:08:00.018" v="326" actId="1076"/>
          <ac:spMkLst>
            <pc:docMk/>
            <pc:sldMk cId="531998982" sldId="273"/>
            <ac:spMk id="3" creationId="{12CE935E-F49A-33A2-D4C0-D404057A0682}"/>
          </ac:spMkLst>
        </pc:spChg>
      </pc:sldChg>
      <pc:sldChg chg="modSp new">
        <pc:chgData name="jewel pan" userId="f133959c856392f0" providerId="Windows Live" clId="Web-{D39D5BC9-12C9-414C-B77F-311B126AA86D}" dt="2026-03-02T02:04:47.464" v="238" actId="20577"/>
        <pc:sldMkLst>
          <pc:docMk/>
          <pc:sldMk cId="2683016320" sldId="274"/>
        </pc:sldMkLst>
        <pc:spChg chg="mod">
          <ac:chgData name="jewel pan" userId="f133959c856392f0" providerId="Windows Live" clId="Web-{D39D5BC9-12C9-414C-B77F-311B126AA86D}" dt="2026-03-02T02:04:47.464" v="238" actId="20577"/>
          <ac:spMkLst>
            <pc:docMk/>
            <pc:sldMk cId="2683016320" sldId="274"/>
            <ac:spMk id="2" creationId="{7E154B4E-9F9D-3104-9B59-68E34410E984}"/>
          </ac:spMkLst>
        </pc:spChg>
      </pc:sldChg>
      <pc:sldChg chg="modSp new">
        <pc:chgData name="jewel pan" userId="f133959c856392f0" providerId="Windows Live" clId="Web-{D39D5BC9-12C9-414C-B77F-311B126AA86D}" dt="2026-03-02T02:06:05.218" v="307" actId="20577"/>
        <pc:sldMkLst>
          <pc:docMk/>
          <pc:sldMk cId="496692870" sldId="275"/>
        </pc:sldMkLst>
        <pc:spChg chg="mod">
          <ac:chgData name="jewel pan" userId="f133959c856392f0" providerId="Windows Live" clId="Web-{D39D5BC9-12C9-414C-B77F-311B126AA86D}" dt="2026-03-02T02:06:05.218" v="307" actId="20577"/>
          <ac:spMkLst>
            <pc:docMk/>
            <pc:sldMk cId="496692870" sldId="275"/>
            <ac:spMk id="2" creationId="{88C98DCC-8CBB-1170-C9FB-BCA483753BC4}"/>
          </ac:spMkLst>
        </pc:spChg>
        <pc:spChg chg="mod">
          <ac:chgData name="jewel pan" userId="f133959c856392f0" providerId="Windows Live" clId="Web-{D39D5BC9-12C9-414C-B77F-311B126AA86D}" dt="2026-03-02T02:05:51.405" v="298" actId="20577"/>
          <ac:spMkLst>
            <pc:docMk/>
            <pc:sldMk cId="496692870" sldId="275"/>
            <ac:spMk id="3" creationId="{D13A2802-E5D3-8D26-FF8C-7617B2976197}"/>
          </ac:spMkLst>
        </pc:spChg>
      </pc:sldChg>
      <pc:sldChg chg="modSp new">
        <pc:chgData name="jewel pan" userId="f133959c856392f0" providerId="Windows Live" clId="Web-{D39D5BC9-12C9-414C-B77F-311B126AA86D}" dt="2026-03-02T02:11:24.992" v="350" actId="1076"/>
        <pc:sldMkLst>
          <pc:docMk/>
          <pc:sldMk cId="1466424182" sldId="276"/>
        </pc:sldMkLst>
        <pc:spChg chg="mod">
          <ac:chgData name="jewel pan" userId="f133959c856392f0" providerId="Windows Live" clId="Web-{D39D5BC9-12C9-414C-B77F-311B126AA86D}" dt="2026-03-02T02:11:24.992" v="350" actId="1076"/>
          <ac:spMkLst>
            <pc:docMk/>
            <pc:sldMk cId="1466424182" sldId="276"/>
            <ac:spMk id="2" creationId="{D8FEC5AF-C2A4-54DA-3EF6-A8958199C8A7}"/>
          </ac:spMkLst>
        </pc:spChg>
        <pc:spChg chg="mod">
          <ac:chgData name="jewel pan" userId="f133959c856392f0" providerId="Windows Live" clId="Web-{D39D5BC9-12C9-414C-B77F-311B126AA86D}" dt="2026-03-02T02:11:12.742" v="348" actId="1076"/>
          <ac:spMkLst>
            <pc:docMk/>
            <pc:sldMk cId="1466424182" sldId="276"/>
            <ac:spMk id="3" creationId="{01CF368E-7C32-867A-DE12-ED22EE87A067}"/>
          </ac:spMkLst>
        </pc:spChg>
        <pc:spChg chg="mod">
          <ac:chgData name="jewel pan" userId="f133959c856392f0" providerId="Windows Live" clId="Web-{D39D5BC9-12C9-414C-B77F-311B126AA86D}" dt="2026-03-02T02:10:33.632" v="341" actId="20577"/>
          <ac:spMkLst>
            <pc:docMk/>
            <pc:sldMk cId="1466424182" sldId="276"/>
            <ac:spMk id="4" creationId="{10C9851F-FCB8-A050-7FF6-032E9516D01D}"/>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FFB14B2-CD52-9E84-B3E7-49A90F3A72A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76DAE5F9-C39F-2ECF-0C06-D0122807D4B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223FF85-4E34-4546-B772-76DFA4A6051B}" type="datetimeFigureOut">
              <a:rPr lang="en-US" smtClean="0"/>
              <a:t>3/4/2026</a:t>
            </a:fld>
            <a:endParaRPr lang="en-US"/>
          </a:p>
        </p:txBody>
      </p:sp>
      <p:sp>
        <p:nvSpPr>
          <p:cNvPr id="4" name="Footer Placeholder 3">
            <a:extLst>
              <a:ext uri="{FF2B5EF4-FFF2-40B4-BE49-F238E27FC236}">
                <a16:creationId xmlns:a16="http://schemas.microsoft.com/office/drawing/2014/main" id="{D37F3243-F9C0-85BE-2E9C-191F612CFE8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6CEBE2E3-8654-B63F-B7D6-9549069476A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1BF7180-4EDD-4E08-9775-7398C11D66ED}" type="slidenum">
              <a:rPr lang="en-US" smtClean="0"/>
              <a:t>‹#›</a:t>
            </a:fld>
            <a:endParaRPr lang="en-US"/>
          </a:p>
        </p:txBody>
      </p:sp>
    </p:spTree>
    <p:extLst>
      <p:ext uri="{BB962C8B-B14F-4D97-AF65-F5344CB8AC3E}">
        <p14:creationId xmlns:p14="http://schemas.microsoft.com/office/powerpoint/2010/main" val="28121430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B5CC398-6116-4BD2-9FAD-9822FDA158BE}" type="datetimeFigureOut">
              <a:rPr lang="en-US" smtClean="0"/>
              <a:t>3/4/2026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8EFF46E-6B43-41F9-9272-B566D03A251C}" type="slidenum">
              <a:rPr lang="en-US" smtClean="0"/>
              <a:t>‹#›</a:t>
            </a:fld>
            <a:endParaRPr lang="en-US"/>
          </a:p>
        </p:txBody>
      </p:sp>
    </p:spTree>
    <p:extLst>
      <p:ext uri="{BB962C8B-B14F-4D97-AF65-F5344CB8AC3E}">
        <p14:creationId xmlns:p14="http://schemas.microsoft.com/office/powerpoint/2010/main" val="19164409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8EFF46E-6B43-41F9-9272-B566D03A251C}" type="slidenum">
              <a:rPr lang="en-US" smtClean="0"/>
              <a:t>1</a:t>
            </a:fld>
            <a:endParaRPr lang="en-US"/>
          </a:p>
        </p:txBody>
      </p:sp>
    </p:spTree>
    <p:extLst>
      <p:ext uri="{BB962C8B-B14F-4D97-AF65-F5344CB8AC3E}">
        <p14:creationId xmlns:p14="http://schemas.microsoft.com/office/powerpoint/2010/main" val="49282666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5.jpe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248400" y="2819400"/>
            <a:ext cx="5029200" cy="1295400"/>
          </a:xfrm>
        </p:spPr>
        <p:txBody>
          <a:bodyPr vert="horz" lIns="91440" tIns="45720" rIns="91440" bIns="45720" rtlCol="0" anchor="b">
            <a:normAutofit/>
          </a:bodyPr>
          <a:lstStyle>
            <a:lvl1pPr>
              <a:lnSpc>
                <a:spcPct val="100000"/>
              </a:lnSpc>
              <a:defRPr lang="en-US" sz="2800" dirty="0"/>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248400" y="4270248"/>
            <a:ext cx="5029200" cy="685800"/>
          </a:xfrm>
        </p:spPr>
        <p:txBody>
          <a:bodyPr vert="horz" lIns="91440" tIns="45720" rIns="91440" bIns="45720" rtlCol="0" anchor="t">
            <a:normAutofit/>
          </a:bodyPr>
          <a:lstStyle>
            <a:lvl1pPr marL="0" indent="0">
              <a:buNone/>
              <a:defRPr lang="en-US" sz="1800" dirty="0"/>
            </a:lvl1pPr>
          </a:lstStyle>
          <a:p>
            <a:pPr lvl="0"/>
            <a:r>
              <a:rPr lang="en-US" dirty="0"/>
              <a:t>Click to edit Master subtitle style</a:t>
            </a:r>
          </a:p>
        </p:txBody>
      </p:sp>
    </p:spTree>
    <p:extLst>
      <p:ext uri="{BB962C8B-B14F-4D97-AF65-F5344CB8AC3E}">
        <p14:creationId xmlns:p14="http://schemas.microsoft.com/office/powerpoint/2010/main" val="93857033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1D909A06-A364-5E3D-6D27-7FAA213CE4A0}"/>
              </a:ext>
            </a:extLst>
          </p:cNvPr>
          <p:cNvSpPr>
            <a:spLocks noGrp="1"/>
          </p:cNvSpPr>
          <p:nvPr>
            <p:ph type="title"/>
          </p:nvPr>
        </p:nvSpPr>
        <p:spPr>
          <a:xfrm>
            <a:off x="678872" y="694932"/>
            <a:ext cx="10827328" cy="985966"/>
          </a:xfrm>
        </p:spPr>
        <p:txBody>
          <a:bodyPr anchor="t"/>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678872" y="1830774"/>
            <a:ext cx="10827328" cy="43322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9931E58F-1A72-99FC-BFB5-C1A7E18DCA88}"/>
              </a:ext>
            </a:extLst>
          </p:cNvPr>
          <p:cNvSpPr>
            <a:spLocks noGrp="1"/>
          </p:cNvSpPr>
          <p:nvPr>
            <p:ph type="ftr" sz="quarter" idx="11"/>
          </p:nvPr>
        </p:nvSpPr>
        <p:spPr/>
        <p:txBody>
          <a:bodyPr/>
          <a:lstStyle/>
          <a:p>
            <a:r>
              <a:rPr lang="en-US"/>
              <a:t>Presentation title</a:t>
            </a:r>
            <a:endParaRPr lang="en-US" dirty="0"/>
          </a:p>
        </p:txBody>
      </p:sp>
      <p:sp>
        <p:nvSpPr>
          <p:cNvPr id="2" name="Date Placeholder 1">
            <a:extLst>
              <a:ext uri="{FF2B5EF4-FFF2-40B4-BE49-F238E27FC236}">
                <a16:creationId xmlns:a16="http://schemas.microsoft.com/office/drawing/2014/main" id="{5AB93EAD-9C49-0E73-60D2-E95D760F702A}"/>
              </a:ext>
            </a:extLst>
          </p:cNvPr>
          <p:cNvSpPr>
            <a:spLocks noGrp="1"/>
          </p:cNvSpPr>
          <p:nvPr>
            <p:ph type="dt" sz="half" idx="10"/>
          </p:nvPr>
        </p:nvSpPr>
        <p:spPr/>
        <p:txBody>
          <a:bodyPr/>
          <a:lstStyle/>
          <a:p>
            <a:endParaRPr lang="en-US" dirty="0"/>
          </a:p>
        </p:txBody>
      </p:sp>
      <p:sp>
        <p:nvSpPr>
          <p:cNvPr id="5" name="Slide Number Placeholder 4">
            <a:extLst>
              <a:ext uri="{FF2B5EF4-FFF2-40B4-BE49-F238E27FC236}">
                <a16:creationId xmlns:a16="http://schemas.microsoft.com/office/drawing/2014/main" id="{E951C29A-9EE1-5B40-D317-4A98FF038C71}"/>
              </a:ext>
            </a:extLst>
          </p:cNvPr>
          <p:cNvSpPr>
            <a:spLocks noGrp="1"/>
          </p:cNvSpPr>
          <p:nvPr>
            <p:ph type="sldNum" sz="quarter" idx="12"/>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11374634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Title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096000" y="3071529"/>
            <a:ext cx="5257800" cy="1981200"/>
          </a:xfrm>
        </p:spPr>
        <p:txBody>
          <a:bodyPr vert="horz" lIns="91440" tIns="45720" rIns="91440" bIns="45720" rtlCol="0" anchor="b">
            <a:normAutofit/>
          </a:bodyPr>
          <a:lstStyle>
            <a:lvl1pPr>
              <a:defRPr lang="en-US"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096000" y="5257800"/>
            <a:ext cx="5257800" cy="785528"/>
          </a:xfrm>
        </p:spPr>
        <p:txBody>
          <a:bodyPr vert="horz" lIns="91440" tIns="45720" rIns="91440" bIns="45720" rtlCol="0" anchor="t">
            <a:normAutofit/>
          </a:bodyPr>
          <a:lstStyle>
            <a:lvl1pPr marL="0" indent="0">
              <a:buNone/>
              <a:defRPr lang="en-US" sz="1800" dirty="0"/>
            </a:lvl1pPr>
          </a:lstStyle>
          <a:p>
            <a:pPr lvl="0"/>
            <a:r>
              <a:rPr lang="en-US"/>
              <a:t>Click to edit Master subtitle style</a:t>
            </a:r>
          </a:p>
        </p:txBody>
      </p:sp>
    </p:spTree>
    <p:extLst>
      <p:ext uri="{BB962C8B-B14F-4D97-AF65-F5344CB8AC3E}">
        <p14:creationId xmlns:p14="http://schemas.microsoft.com/office/powerpoint/2010/main" val="2758886361"/>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40326112-1BD1-F5C0-ED77-E41EEFB039AF}"/>
              </a:ext>
            </a:extLst>
          </p:cNvPr>
          <p:cNvSpPr>
            <a:spLocks noGrp="1"/>
          </p:cNvSpPr>
          <p:nvPr>
            <p:ph type="ctrTitle"/>
          </p:nvPr>
        </p:nvSpPr>
        <p:spPr>
          <a:xfrm>
            <a:off x="678870" y="1142999"/>
            <a:ext cx="4807529" cy="3188635"/>
          </a:xfrm>
        </p:spPr>
        <p:txBody>
          <a:bodyPr vert="horz" lIns="91440" tIns="45720" rIns="91440" bIns="45720" rtlCol="0" anchor="b">
            <a:normAutofit/>
          </a:bodyPr>
          <a:lstStyle>
            <a:lvl1pPr>
              <a:defRPr lang="en-US" sz="4000" dirty="0"/>
            </a:lvl1pPr>
          </a:lstStyle>
          <a:p>
            <a:pPr lvl="0"/>
            <a:r>
              <a:rPr lang="en-US"/>
              <a:t>Click to edit Master title style</a:t>
            </a:r>
          </a:p>
        </p:txBody>
      </p:sp>
      <p:sp>
        <p:nvSpPr>
          <p:cNvPr id="9" name="Subtitle 2">
            <a:extLst>
              <a:ext uri="{FF2B5EF4-FFF2-40B4-BE49-F238E27FC236}">
                <a16:creationId xmlns:a16="http://schemas.microsoft.com/office/drawing/2014/main" id="{E8300B8C-A996-EF72-0213-6F8F903337A4}"/>
              </a:ext>
            </a:extLst>
          </p:cNvPr>
          <p:cNvSpPr>
            <a:spLocks noGrp="1"/>
          </p:cNvSpPr>
          <p:nvPr>
            <p:ph type="subTitle" idx="1"/>
          </p:nvPr>
        </p:nvSpPr>
        <p:spPr>
          <a:xfrm>
            <a:off x="678870" y="4560236"/>
            <a:ext cx="4807529" cy="785528"/>
          </a:xfrm>
        </p:spPr>
        <p:txBody>
          <a:bodyPr vert="horz" lIns="91440" tIns="45720" rIns="91440" bIns="45720" rtlCol="0" anchor="t">
            <a:normAutofit/>
          </a:bodyPr>
          <a:lstStyle>
            <a:lvl1pPr marL="0" indent="0">
              <a:buNone/>
              <a:defRPr lang="en-US" sz="1800" dirty="0"/>
            </a:lvl1pPr>
          </a:lstStyle>
          <a:p>
            <a:pPr lvl="0"/>
            <a:r>
              <a:rPr lang="en-US"/>
              <a:t>Click to edit Master subtitle style</a:t>
            </a:r>
          </a:p>
        </p:txBody>
      </p:sp>
    </p:spTree>
    <p:extLst>
      <p:ext uri="{BB962C8B-B14F-4D97-AF65-F5344CB8AC3E}">
        <p14:creationId xmlns:p14="http://schemas.microsoft.com/office/powerpoint/2010/main" val="179109854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with Picture">
    <p:bg>
      <p:bgPr>
        <a:blipFill dpi="0" rotWithShape="1">
          <a:blip r:embed="rId2">
            <a:extLst>
              <a:ext uri="{BEBA8EAE-BF5A-486C-A8C5-ECC9F3942E4B}">
                <a14:imgProps xmlns:a14="http://schemas.microsoft.com/office/drawing/2010/main">
                  <a14:imgLayer r:embed="rId3">
                    <a14:imgEffect>
                      <a14:brightnessContrast bright="8000"/>
                    </a14:imgEffect>
                  </a14:imgLayer>
                </a14:imgProps>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058619" y="609601"/>
            <a:ext cx="5447581" cy="3768320"/>
          </a:xfrm>
        </p:spPr>
        <p:txBody>
          <a:bodyPr vert="horz" lIns="91440" tIns="45720" rIns="91440" bIns="45720" rtlCol="0" anchor="t">
            <a:normAutofit/>
          </a:bodyPr>
          <a:lstStyle>
            <a:lvl1pPr>
              <a:defRPr lang="en-US" sz="40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058618" y="4662326"/>
            <a:ext cx="5447582" cy="1586073"/>
          </a:xfrm>
        </p:spPr>
        <p:txBody>
          <a:bodyPr vert="horz" lIns="91440" tIns="45720" rIns="91440" bIns="45720" rtlCol="0" anchor="b">
            <a:normAutofit/>
          </a:bodyPr>
          <a:lstStyle>
            <a:lvl1pPr marL="0" indent="0">
              <a:buNone/>
              <a:defRPr lang="en-US" sz="1600" dirty="0"/>
            </a:lvl1pPr>
          </a:lstStyle>
          <a:p>
            <a:pPr lvl="0"/>
            <a:r>
              <a:rPr lang="en-US"/>
              <a:t>Click to edit Master subtitle style</a:t>
            </a:r>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678871" y="609600"/>
            <a:ext cx="4935358" cy="5638800"/>
          </a:xfrm>
          <a:blipFill>
            <a:blip r:embed="rId4">
              <a:alphaModFix amt="60000"/>
              <a:extLst>
                <a:ext uri="{28A0092B-C50C-407E-A947-70E740481C1C}">
                  <a14:useLocalDpi xmlns:a14="http://schemas.microsoft.com/office/drawing/2010/main" val="0"/>
                </a:ext>
              </a:extLst>
            </a:blip>
            <a:srcRect/>
            <a:stretch>
              <a:fillRect l="-50202" r="-50202"/>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4274772957"/>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with Picture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78871" y="529496"/>
            <a:ext cx="10827330" cy="990600"/>
          </a:xfrm>
        </p:spPr>
        <p:txBody>
          <a:bodyPr vert="horz" lIns="91440" tIns="45720" rIns="91440" bIns="45720" rtlCol="0" anchor="ctr">
            <a:normAutofit/>
          </a:bodyPr>
          <a:lstStyle>
            <a:lvl1pPr algn="ctr">
              <a:defRPr lang="en-US" sz="40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78871" y="5337048"/>
            <a:ext cx="10827329" cy="987552"/>
          </a:xfrm>
        </p:spPr>
        <p:txBody>
          <a:bodyPr vert="horz" lIns="91440" tIns="45720" rIns="91440" bIns="45720" rtlCol="0" anchor="ctr">
            <a:normAutofit/>
          </a:bodyPr>
          <a:lstStyle>
            <a:lvl1pPr marL="0" indent="0" algn="ctr">
              <a:buNone/>
              <a:defRPr lang="en-US" sz="1600" dirty="0"/>
            </a:lvl1pPr>
          </a:lstStyle>
          <a:p>
            <a:pPr lvl="0"/>
            <a:r>
              <a:rPr lang="en-US"/>
              <a:t>Click to edit Master subtitle style</a:t>
            </a:r>
          </a:p>
        </p:txBody>
      </p:sp>
      <p:sp>
        <p:nvSpPr>
          <p:cNvPr id="4" name="Picture Placeholder 10">
            <a:extLst>
              <a:ext uri="{FF2B5EF4-FFF2-40B4-BE49-F238E27FC236}">
                <a16:creationId xmlns:a16="http://schemas.microsoft.com/office/drawing/2014/main" id="{3C616236-6C34-2AB3-9A30-9F0CB3F4E1B7}"/>
              </a:ext>
            </a:extLst>
          </p:cNvPr>
          <p:cNvSpPr>
            <a:spLocks noGrp="1"/>
          </p:cNvSpPr>
          <p:nvPr>
            <p:ph type="pic" sz="quarter" idx="13" hasCustomPrompt="1"/>
          </p:nvPr>
        </p:nvSpPr>
        <p:spPr>
          <a:xfrm>
            <a:off x="678871" y="2019299"/>
            <a:ext cx="10827330" cy="2819402"/>
          </a:xfrm>
          <a:blipFill>
            <a:blip r:embed="rId3">
              <a:alphaModFix amt="60000"/>
              <a:extLst>
                <a:ext uri="{28A0092B-C50C-407E-A947-70E740481C1C}">
                  <a14:useLocalDpi xmlns:a14="http://schemas.microsoft.com/office/drawing/2010/main" val="0"/>
                </a:ext>
              </a:extLst>
            </a:blip>
            <a:srcRect/>
            <a:stretch>
              <a:fillRect t="-71622" b="-47190"/>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235977257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with Picture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324600" y="609600"/>
            <a:ext cx="5188529" cy="4953000"/>
          </a:xfrm>
        </p:spPr>
        <p:txBody>
          <a:bodyPr vert="horz" lIns="91440" tIns="45720" rIns="91440" bIns="45720" rtlCol="0" anchor="b">
            <a:noAutofit/>
          </a:bodyPr>
          <a:lstStyle>
            <a:lvl1pPr>
              <a:defRPr lang="en-US" sz="40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318504" y="5867400"/>
            <a:ext cx="5188529" cy="377573"/>
          </a:xfrm>
        </p:spPr>
        <p:txBody>
          <a:bodyPr vert="horz" lIns="91440" tIns="45720" rIns="91440" bIns="45720" rtlCol="0">
            <a:normAutofit/>
          </a:bodyPr>
          <a:lstStyle>
            <a:lvl1pPr marL="0" indent="0">
              <a:buNone/>
              <a:defRPr lang="en-US" sz="1600" dirty="0"/>
            </a:lvl1pPr>
          </a:lstStyle>
          <a:p>
            <a:pPr lvl="0"/>
            <a:r>
              <a:rPr lang="en-US"/>
              <a:t>Click to edit Master subtitle style</a:t>
            </a:r>
          </a:p>
        </p:txBody>
      </p:sp>
      <p:sp>
        <p:nvSpPr>
          <p:cNvPr id="5" name="Picture Placeholder 10">
            <a:extLst>
              <a:ext uri="{FF2B5EF4-FFF2-40B4-BE49-F238E27FC236}">
                <a16:creationId xmlns:a16="http://schemas.microsoft.com/office/drawing/2014/main" id="{A3E0057A-BBE1-599B-C438-DC65F9614590}"/>
              </a:ext>
            </a:extLst>
          </p:cNvPr>
          <p:cNvSpPr>
            <a:spLocks noGrp="1"/>
          </p:cNvSpPr>
          <p:nvPr>
            <p:ph type="pic" sz="quarter" idx="13" hasCustomPrompt="1"/>
          </p:nvPr>
        </p:nvSpPr>
        <p:spPr>
          <a:xfrm>
            <a:off x="678871" y="609600"/>
            <a:ext cx="4935358" cy="5638800"/>
          </a:xfrm>
          <a:blipFill>
            <a:blip r:embed="rId3">
              <a:alphaModFix amt="60000"/>
              <a:extLst>
                <a:ext uri="{28A0092B-C50C-407E-A947-70E740481C1C}">
                  <a14:useLocalDpi xmlns:a14="http://schemas.microsoft.com/office/drawing/2010/main" val="0"/>
                </a:ext>
              </a:extLst>
            </a:blip>
            <a:srcRect/>
            <a:stretch>
              <a:fillRect l="-50202" r="-50202"/>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320550041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tle with Picture 4">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51450" y="4038601"/>
            <a:ext cx="6587550" cy="2209800"/>
          </a:xfrm>
        </p:spPr>
        <p:txBody>
          <a:bodyPr vert="horz" lIns="91440" tIns="45720" rIns="91440" bIns="45720" rtlCol="0" anchor="t">
            <a:noAutofit/>
          </a:bodyPr>
          <a:lstStyle>
            <a:lvl1pPr>
              <a:defRPr lang="en-US" sz="40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848600" y="4038601"/>
            <a:ext cx="3657600" cy="2209799"/>
          </a:xfrm>
        </p:spPr>
        <p:txBody>
          <a:bodyPr vert="horz" lIns="91440" tIns="45720" rIns="91440" bIns="45720" rtlCol="0" anchor="b">
            <a:normAutofit/>
          </a:bodyPr>
          <a:lstStyle>
            <a:lvl1pPr marL="0" indent="0" algn="r">
              <a:buNone/>
              <a:defRPr lang="en-US" sz="1600" dirty="0"/>
            </a:lvl1pPr>
          </a:lstStyle>
          <a:p>
            <a:pPr lvl="0"/>
            <a:r>
              <a:rPr lang="en-US"/>
              <a:t>Click to edit Master subtitle style</a:t>
            </a:r>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678870" y="609598"/>
            <a:ext cx="10827330" cy="2819402"/>
          </a:xfrm>
          <a:blipFill>
            <a:blip r:embed="rId3">
              <a:alphaModFix amt="60000"/>
              <a:extLst>
                <a:ext uri="{28A0092B-C50C-407E-A947-70E740481C1C}">
                  <a14:useLocalDpi xmlns:a14="http://schemas.microsoft.com/office/drawing/2010/main" val="0"/>
                </a:ext>
              </a:extLst>
            </a:blip>
            <a:srcRect/>
            <a:stretch>
              <a:fillRect t="-86486" b="-32326"/>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354548343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ection Hea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2161514" y="2476500"/>
            <a:ext cx="7868972" cy="1905000"/>
          </a:xfrm>
        </p:spPr>
        <p:txBody>
          <a:bodyPr vert="horz" lIns="91440" tIns="45720" rIns="91440" bIns="45720" rtlCol="0" anchor="ctr">
            <a:normAutofit/>
          </a:bodyPr>
          <a:lstStyle>
            <a:lvl1pPr algn="ctr">
              <a:defRPr lang="en-US" sz="2800" dirty="0"/>
            </a:lvl1pPr>
          </a:lstStyle>
          <a:p>
            <a:pPr lvl="0"/>
            <a:r>
              <a:rPr lang="en-US"/>
              <a:t>Section Header</a:t>
            </a:r>
          </a:p>
        </p:txBody>
      </p:sp>
    </p:spTree>
    <p:extLst>
      <p:ext uri="{BB962C8B-B14F-4D97-AF65-F5344CB8AC3E}">
        <p14:creationId xmlns:p14="http://schemas.microsoft.com/office/powerpoint/2010/main" val="294359669"/>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ection Header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2161514" y="2476500"/>
            <a:ext cx="7868972" cy="1905000"/>
          </a:xfrm>
        </p:spPr>
        <p:txBody>
          <a:bodyPr vert="horz" lIns="91440" tIns="45720" rIns="91440" bIns="45720" rtlCol="0" anchor="ctr">
            <a:normAutofit/>
          </a:bodyPr>
          <a:lstStyle>
            <a:lvl1pPr algn="ctr">
              <a:defRPr lang="en-US" sz="2800" dirty="0"/>
            </a:lvl1pPr>
          </a:lstStyle>
          <a:p>
            <a:pPr lvl="0"/>
            <a:r>
              <a:rPr lang="en-US"/>
              <a:t>Section Header</a:t>
            </a:r>
          </a:p>
        </p:txBody>
      </p:sp>
    </p:spTree>
    <p:extLst>
      <p:ext uri="{BB962C8B-B14F-4D97-AF65-F5344CB8AC3E}">
        <p14:creationId xmlns:p14="http://schemas.microsoft.com/office/powerpoint/2010/main" val="297436638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Agenda">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01CED7D0-671B-7F63-5130-E35828ABE878}"/>
              </a:ext>
            </a:extLst>
          </p:cNvPr>
          <p:cNvSpPr>
            <a:spLocks noGrp="1"/>
          </p:cNvSpPr>
          <p:nvPr>
            <p:ph type="title"/>
          </p:nvPr>
        </p:nvSpPr>
        <p:spPr>
          <a:xfrm>
            <a:off x="4572000" y="1340668"/>
            <a:ext cx="6932507" cy="1135838"/>
          </a:xfrm>
        </p:spPr>
        <p:txBody>
          <a:bodyPr anchor="b">
            <a:normAutofit/>
          </a:bodyPr>
          <a:lstStyle>
            <a:lvl1pPr>
              <a:defRPr sz="2800"/>
            </a:lvl1pPr>
          </a:lstStyle>
          <a:p>
            <a:r>
              <a:rPr lang="en-US" dirty="0"/>
              <a:t>Click to edit Master title style</a:t>
            </a:r>
          </a:p>
        </p:txBody>
      </p:sp>
      <p:sp>
        <p:nvSpPr>
          <p:cNvPr id="8" name="Content Placeholder 6">
            <a:extLst>
              <a:ext uri="{FF2B5EF4-FFF2-40B4-BE49-F238E27FC236}">
                <a16:creationId xmlns:a16="http://schemas.microsoft.com/office/drawing/2014/main" id="{22A82A9B-9EBD-0A77-F607-E839D43652B1}"/>
              </a:ext>
            </a:extLst>
          </p:cNvPr>
          <p:cNvSpPr>
            <a:spLocks noGrp="1"/>
          </p:cNvSpPr>
          <p:nvPr>
            <p:ph sz="quarter" idx="13"/>
          </p:nvPr>
        </p:nvSpPr>
        <p:spPr>
          <a:xfrm>
            <a:off x="4571999" y="2743200"/>
            <a:ext cx="6932508" cy="3419856"/>
          </a:xfrm>
          <a:noFill/>
        </p:spPr>
        <p:txBody>
          <a:bodyPr>
            <a:normAutofit/>
          </a:bodyPr>
          <a:lstStyle>
            <a:lvl1pPr marL="457200" indent="-457200">
              <a:buFont typeface="+mj-lt"/>
              <a:buAutoNum type="arabicPeriod"/>
              <a:defRPr sz="1800">
                <a:solidFill>
                  <a:schemeClr val="tx1"/>
                </a:solidFill>
              </a:defRPr>
            </a:lvl1pPr>
            <a:lvl2pPr marL="571500" indent="-342900">
              <a:buFont typeface="+mj-lt"/>
              <a:buAutoNum type="arabicPeriod"/>
              <a:defRPr sz="1600">
                <a:solidFill>
                  <a:schemeClr val="tx1"/>
                </a:solidFill>
              </a:defRPr>
            </a:lvl2pPr>
            <a:lvl3pPr marL="800100" indent="-342900">
              <a:buFont typeface="+mj-lt"/>
              <a:buAutoNum type="arabicPeriod"/>
              <a:defRPr sz="1400">
                <a:solidFill>
                  <a:schemeClr val="tx1"/>
                </a:solidFill>
              </a:defRPr>
            </a:lvl3pPr>
            <a:lvl4pPr marL="1028700" indent="-342900">
              <a:buFont typeface="+mj-lt"/>
              <a:buAutoNum type="arabicPeriod"/>
              <a:defRPr sz="1200">
                <a:solidFill>
                  <a:schemeClr val="tx1"/>
                </a:solidFill>
              </a:defRPr>
            </a:lvl4pPr>
            <a:lvl5pPr>
              <a:buFont typeface="+mj-lt"/>
              <a:buAutoNum type="arabicPeriod"/>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35582C81-1CE9-A2E1-1417-0667434DFD22}"/>
              </a:ext>
            </a:extLst>
          </p:cNvPr>
          <p:cNvSpPr>
            <a:spLocks noGrp="1"/>
          </p:cNvSpPr>
          <p:nvPr>
            <p:ph type="ftr" sz="quarter" idx="15"/>
          </p:nvPr>
        </p:nvSpPr>
        <p:spPr/>
        <p:txBody>
          <a:bodyPr/>
          <a:lstStyle/>
          <a:p>
            <a:r>
              <a:rPr lang="en-US"/>
              <a:t>Presentation title</a:t>
            </a:r>
            <a:endParaRPr lang="en-US" dirty="0"/>
          </a:p>
        </p:txBody>
      </p:sp>
      <p:sp>
        <p:nvSpPr>
          <p:cNvPr id="3" name="Date Placeholder 2">
            <a:extLst>
              <a:ext uri="{FF2B5EF4-FFF2-40B4-BE49-F238E27FC236}">
                <a16:creationId xmlns:a16="http://schemas.microsoft.com/office/drawing/2014/main" id="{B4EFFC3A-D237-7CAA-92EF-DF9B810EB271}"/>
              </a:ext>
            </a:extLst>
          </p:cNvPr>
          <p:cNvSpPr>
            <a:spLocks noGrp="1"/>
          </p:cNvSpPr>
          <p:nvPr>
            <p:ph type="dt" sz="half" idx="14"/>
          </p:nvPr>
        </p:nvSpPr>
        <p:spPr/>
        <p:txBody>
          <a:bodyPr/>
          <a:lstStyle/>
          <a:p>
            <a:endParaRPr lang="en-US" dirty="0"/>
          </a:p>
        </p:txBody>
      </p:sp>
      <p:sp>
        <p:nvSpPr>
          <p:cNvPr id="5" name="Slide Number Placeholder 4">
            <a:extLst>
              <a:ext uri="{FF2B5EF4-FFF2-40B4-BE49-F238E27FC236}">
                <a16:creationId xmlns:a16="http://schemas.microsoft.com/office/drawing/2014/main" id="{F3E7B383-8CF2-6BB2-8F46-605FE9710B27}"/>
              </a:ext>
            </a:extLst>
          </p:cNvPr>
          <p:cNvSpPr>
            <a:spLocks noGrp="1"/>
          </p:cNvSpPr>
          <p:nvPr>
            <p:ph type="sldNum" sz="quarter" idx="16"/>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36968321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Agenda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5841999" y="687492"/>
            <a:ext cx="5662508" cy="2017614"/>
          </a:xfrm>
        </p:spPr>
        <p:txBody>
          <a:bodyPr anchor="b">
            <a:normAutofit/>
          </a:bodyPr>
          <a:lstStyle>
            <a:lvl1pPr>
              <a:defRPr sz="2800"/>
            </a:lvl1pPr>
          </a:lstStyle>
          <a:p>
            <a:r>
              <a:rPr lang="en-US" dirty="0"/>
              <a:t>Click to edit Master title style</a:t>
            </a:r>
          </a:p>
        </p:txBody>
      </p:sp>
      <p:sp>
        <p:nvSpPr>
          <p:cNvPr id="10" name="Picture Placeholder 9">
            <a:extLst>
              <a:ext uri="{FF2B5EF4-FFF2-40B4-BE49-F238E27FC236}">
                <a16:creationId xmlns:a16="http://schemas.microsoft.com/office/drawing/2014/main" id="{DD26684C-23E4-F6A1-5A03-70AE7BEA72CA}"/>
              </a:ext>
            </a:extLst>
          </p:cNvPr>
          <p:cNvSpPr>
            <a:spLocks noGrp="1"/>
          </p:cNvSpPr>
          <p:nvPr>
            <p:ph type="pic" sz="quarter" idx="14" hasCustomPrompt="1"/>
          </p:nvPr>
        </p:nvSpPr>
        <p:spPr>
          <a:xfrm>
            <a:off x="687493" y="687492"/>
            <a:ext cx="4516298" cy="5483016"/>
          </a:xfrm>
          <a:custGeom>
            <a:avLst/>
            <a:gdLst>
              <a:gd name="connsiteX0" fmla="*/ 0 w 4565591"/>
              <a:gd name="connsiteY0" fmla="*/ 0 h 6858000"/>
              <a:gd name="connsiteX1" fmla="*/ 4565591 w 4565591"/>
              <a:gd name="connsiteY1" fmla="*/ 0 h 6858000"/>
              <a:gd name="connsiteX2" fmla="*/ 4565591 w 4565591"/>
              <a:gd name="connsiteY2" fmla="*/ 6858000 h 6858000"/>
              <a:gd name="connsiteX3" fmla="*/ 0 w 456559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565591" h="6858000">
                <a:moveTo>
                  <a:pt x="0" y="0"/>
                </a:moveTo>
                <a:lnTo>
                  <a:pt x="4565591" y="0"/>
                </a:lnTo>
                <a:lnTo>
                  <a:pt x="4565591" y="6858000"/>
                </a:lnTo>
                <a:lnTo>
                  <a:pt x="0" y="6858000"/>
                </a:lnTo>
                <a:close/>
              </a:path>
            </a:pathLst>
          </a:custGeom>
          <a:blipFill>
            <a:blip r:embed="rId2">
              <a:alphaModFix amt="60000"/>
              <a:extLst>
                <a:ext uri="{28A0092B-C50C-407E-A947-70E740481C1C}">
                  <a14:useLocalDpi xmlns:a14="http://schemas.microsoft.com/office/drawing/2010/main" val="0"/>
                </a:ext>
              </a:extLst>
            </a:blip>
            <a:srcRect/>
            <a:stretch>
              <a:fillRect l="-57969" r="-57969"/>
            </a:stretch>
          </a:blipFill>
        </p:spPr>
        <p:txBody>
          <a:bodyPr wrap="square">
            <a:noAutofit/>
          </a:bodyPr>
          <a:lstStyle>
            <a:lvl1pPr marL="0" indent="0">
              <a:buNone/>
              <a:defRPr/>
            </a:lvl1pPr>
          </a:lstStyle>
          <a:p>
            <a:r>
              <a:rPr lang="en-US" dirty="0"/>
              <a:t>   </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5841999" y="2997200"/>
            <a:ext cx="5662508" cy="3165856"/>
          </a:xfrm>
        </p:spPr>
        <p:txBody>
          <a:bodyPr>
            <a:normAutofit/>
          </a:bodyPr>
          <a:lstStyle>
            <a:lvl1pPr marL="457200" indent="-457200">
              <a:buFont typeface="+mj-lt"/>
              <a:buAutoNum type="arabicPeriod"/>
              <a:defRPr sz="1800"/>
            </a:lvl1pPr>
            <a:lvl2pPr marL="571500" indent="-342900">
              <a:buFont typeface="+mj-lt"/>
              <a:buAutoNum type="arabicPeriod"/>
              <a:defRPr sz="1600"/>
            </a:lvl2pPr>
            <a:lvl3pPr marL="800100" indent="-342900">
              <a:buFont typeface="+mj-lt"/>
              <a:buAutoNum type="arabicPeriod"/>
              <a:defRPr sz="1400"/>
            </a:lvl3pPr>
            <a:lvl4pPr marL="1028700" indent="-342900">
              <a:buFont typeface="+mj-lt"/>
              <a:buAutoNum type="arabicPeriod"/>
              <a:defRPr sz="1200"/>
            </a:lvl4pPr>
            <a:lvl5pPr>
              <a:buFont typeface="+mj-lt"/>
              <a:buAutoNum type="arabicPeriod"/>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A97B878F-3C07-D360-EC90-8FEFB87A77CD}"/>
              </a:ext>
            </a:extLst>
          </p:cNvPr>
          <p:cNvSpPr>
            <a:spLocks noGrp="1"/>
          </p:cNvSpPr>
          <p:nvPr>
            <p:ph type="ftr" sz="quarter" idx="16"/>
          </p:nvPr>
        </p:nvSpPr>
        <p:spPr/>
        <p:txBody>
          <a:bodyPr/>
          <a:lstStyle/>
          <a:p>
            <a:r>
              <a:rPr lang="en-US"/>
              <a:t>Presentation title</a:t>
            </a:r>
            <a:endParaRPr lang="en-US" dirty="0"/>
          </a:p>
        </p:txBody>
      </p:sp>
      <p:sp>
        <p:nvSpPr>
          <p:cNvPr id="3" name="Date Placeholder 2">
            <a:extLst>
              <a:ext uri="{FF2B5EF4-FFF2-40B4-BE49-F238E27FC236}">
                <a16:creationId xmlns:a16="http://schemas.microsoft.com/office/drawing/2014/main" id="{4018733C-68A4-04E1-A968-B5C15E3F7EE2}"/>
              </a:ext>
            </a:extLst>
          </p:cNvPr>
          <p:cNvSpPr>
            <a:spLocks noGrp="1"/>
          </p:cNvSpPr>
          <p:nvPr>
            <p:ph type="dt" sz="half" idx="15"/>
          </p:nvPr>
        </p:nvSpPr>
        <p:spPr/>
        <p:txBody>
          <a:bodyPr/>
          <a:lstStyle/>
          <a:p>
            <a:endParaRPr lang="en-US" dirty="0"/>
          </a:p>
        </p:txBody>
      </p:sp>
      <p:sp>
        <p:nvSpPr>
          <p:cNvPr id="6" name="Slide Number Placeholder 5">
            <a:extLst>
              <a:ext uri="{FF2B5EF4-FFF2-40B4-BE49-F238E27FC236}">
                <a16:creationId xmlns:a16="http://schemas.microsoft.com/office/drawing/2014/main" id="{978E9E97-1DED-CCA3-AF67-F1BAD79A8199}"/>
              </a:ext>
            </a:extLst>
          </p:cNvPr>
          <p:cNvSpPr>
            <a:spLocks noGrp="1"/>
          </p:cNvSpPr>
          <p:nvPr>
            <p:ph type="sldNum" sz="quarter" idx="17"/>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162453525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F62EDB1F-A73E-55BD-6BDA-F64978102A97}"/>
              </a:ext>
            </a:extLst>
          </p:cNvPr>
          <p:cNvSpPr>
            <a:spLocks noGrp="1"/>
          </p:cNvSpPr>
          <p:nvPr>
            <p:ph type="title"/>
          </p:nvPr>
        </p:nvSpPr>
        <p:spPr>
          <a:xfrm>
            <a:off x="5708024" y="855636"/>
            <a:ext cx="5796484" cy="1070776"/>
          </a:xfrm>
        </p:spPr>
        <p:txBody>
          <a:bodyPr/>
          <a:lstStyle/>
          <a:p>
            <a:r>
              <a:rPr lang="en-US" dirty="0"/>
              <a:t>Click to edit Master title style</a:t>
            </a:r>
          </a:p>
        </p:txBody>
      </p:sp>
      <p:sp>
        <p:nvSpPr>
          <p:cNvPr id="13" name="Content Placeholder 7">
            <a:extLst>
              <a:ext uri="{FF2B5EF4-FFF2-40B4-BE49-F238E27FC236}">
                <a16:creationId xmlns:a16="http://schemas.microsoft.com/office/drawing/2014/main" id="{A4047690-7015-54CB-752C-C1C7BE42D7C7}"/>
              </a:ext>
            </a:extLst>
          </p:cNvPr>
          <p:cNvSpPr>
            <a:spLocks noGrp="1"/>
          </p:cNvSpPr>
          <p:nvPr>
            <p:ph sz="quarter" idx="14"/>
          </p:nvPr>
        </p:nvSpPr>
        <p:spPr>
          <a:xfrm>
            <a:off x="5708024" y="2057400"/>
            <a:ext cx="5798176" cy="1828800"/>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Footer Placeholder 4">
            <a:extLst>
              <a:ext uri="{FF2B5EF4-FFF2-40B4-BE49-F238E27FC236}">
                <a16:creationId xmlns:a16="http://schemas.microsoft.com/office/drawing/2014/main" id="{071DA00E-F240-EC85-5E2B-4DE591F61044}"/>
              </a:ext>
            </a:extLst>
          </p:cNvPr>
          <p:cNvSpPr>
            <a:spLocks noGrp="1"/>
          </p:cNvSpPr>
          <p:nvPr>
            <p:ph type="ftr" sz="quarter" idx="3"/>
          </p:nvPr>
        </p:nvSpPr>
        <p:spPr>
          <a:xfrm>
            <a:off x="678871" y="6343955"/>
            <a:ext cx="2739181" cy="365125"/>
          </a:xfrm>
          <a:prstGeom prst="rect">
            <a:avLst/>
          </a:prstGeom>
        </p:spPr>
        <p:txBody>
          <a:bodyPr vert="horz" lIns="91440" tIns="45720" rIns="91440" bIns="45720" rtlCol="0" anchor="ctr"/>
          <a:lstStyle>
            <a:lvl1pPr algn="l">
              <a:defRPr sz="900">
                <a:solidFill>
                  <a:schemeClr val="tx1"/>
                </a:solidFill>
              </a:defRPr>
            </a:lvl1pPr>
          </a:lstStyle>
          <a:p>
            <a:r>
              <a:rPr lang="en-US"/>
              <a:t>Presentation title</a:t>
            </a:r>
            <a:endParaRPr lang="en-US" sz="900"/>
          </a:p>
        </p:txBody>
      </p:sp>
      <p:sp>
        <p:nvSpPr>
          <p:cNvPr id="5" name="Date Placeholder 8">
            <a:extLst>
              <a:ext uri="{FF2B5EF4-FFF2-40B4-BE49-F238E27FC236}">
                <a16:creationId xmlns:a16="http://schemas.microsoft.com/office/drawing/2014/main" id="{EED5FCE3-5050-A9AE-69B1-6AAB64B63174}"/>
              </a:ext>
            </a:extLst>
          </p:cNvPr>
          <p:cNvSpPr>
            <a:spLocks noGrp="1"/>
          </p:cNvSpPr>
          <p:nvPr>
            <p:ph type="dt" sz="half" idx="16"/>
          </p:nvPr>
        </p:nvSpPr>
        <p:spPr>
          <a:xfrm>
            <a:off x="3505380" y="6346745"/>
            <a:ext cx="1762359" cy="365125"/>
          </a:xfrm>
        </p:spPr>
        <p:txBody>
          <a:bodyPr/>
          <a:lstStyle/>
          <a:p>
            <a:endParaRPr lang="en-US" dirty="0"/>
          </a:p>
        </p:txBody>
      </p:sp>
      <p:sp>
        <p:nvSpPr>
          <p:cNvPr id="11" name="Slide Number Placeholder 5">
            <a:extLst>
              <a:ext uri="{FF2B5EF4-FFF2-40B4-BE49-F238E27FC236}">
                <a16:creationId xmlns:a16="http://schemas.microsoft.com/office/drawing/2014/main" id="{BE15DD76-F653-F74F-4DCD-674241F38B03}"/>
              </a:ext>
            </a:extLst>
          </p:cNvPr>
          <p:cNvSpPr>
            <a:spLocks noGrp="1"/>
          </p:cNvSpPr>
          <p:nvPr>
            <p:ph type="sldNum" sz="quarter" idx="4"/>
          </p:nvPr>
        </p:nvSpPr>
        <p:spPr>
          <a:xfrm>
            <a:off x="5350612" y="6343955"/>
            <a:ext cx="357412" cy="365125"/>
          </a:xfrm>
          <a:prstGeom prst="rect">
            <a:avLst/>
          </a:prstGeom>
        </p:spPr>
        <p:txBody>
          <a:bodyPr vert="horz" lIns="91440" tIns="45720" rIns="91440" bIns="45720" rtlCol="0" anchor="ctr"/>
          <a:lstStyle>
            <a:lvl1pPr algn="r">
              <a:defRPr sz="900">
                <a:solidFill>
                  <a:schemeClr val="tx1"/>
                </a:solidFill>
              </a:defRPr>
            </a:lvl1pPr>
          </a:lstStyle>
          <a:p>
            <a:fld id="{AEAA3239-9EA4-4A65-A281-97F994456D9F}" type="slidenum">
              <a:rPr lang="en-US" smtClean="0"/>
              <a:pPr/>
              <a:t>‹#›</a:t>
            </a:fld>
            <a:endParaRPr lang="en-US" sz="900"/>
          </a:p>
        </p:txBody>
      </p:sp>
    </p:spTree>
    <p:extLst>
      <p:ext uri="{BB962C8B-B14F-4D97-AF65-F5344CB8AC3E}">
        <p14:creationId xmlns:p14="http://schemas.microsoft.com/office/powerpoint/2010/main" val="255014199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85800" y="1385287"/>
            <a:ext cx="4973865" cy="1470228"/>
          </a:xfrm>
        </p:spPr>
        <p:txBody>
          <a:bodyPr anchor="t">
            <a:normAutofit/>
          </a:bodyPr>
          <a:lstStyle>
            <a:lvl1pPr>
              <a:defRPr sz="2800"/>
            </a:lvl1pPr>
          </a:lstStyle>
          <a:p>
            <a:r>
              <a:rPr lang="en-US"/>
              <a:t>Click to edit Master title style</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6324600" y="1385287"/>
            <a:ext cx="5181600" cy="3491513"/>
          </a:xfrm>
        </p:spPr>
        <p:txBody>
          <a:bodyPr/>
          <a:lstStyle>
            <a:lvl1pPr indent="0">
              <a:buNone/>
              <a:defRPr/>
            </a:lvl1pPr>
            <a:lvl2pPr indent="0">
              <a:buNone/>
              <a:defRPr/>
            </a:lvl2pPr>
            <a:lvl3pPr indent="0">
              <a:buNone/>
              <a:defRPr/>
            </a:lvl3pPr>
            <a:lvl4pPr indent="0">
              <a:buNone/>
              <a:defRPr/>
            </a:lvl4pPr>
            <a:lvl5pPr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2D8DAA7E-55EA-19E9-ECC7-C74FE582C066}"/>
              </a:ext>
            </a:extLst>
          </p:cNvPr>
          <p:cNvSpPr>
            <a:spLocks noGrp="1"/>
          </p:cNvSpPr>
          <p:nvPr>
            <p:ph type="ftr" sz="quarter" idx="15"/>
          </p:nvPr>
        </p:nvSpPr>
        <p:spPr/>
        <p:txBody>
          <a:bodyPr/>
          <a:lstStyle/>
          <a:p>
            <a:r>
              <a:rPr lang="en-US"/>
              <a:t>Presentation title</a:t>
            </a:r>
            <a:endParaRPr lang="en-US" dirty="0"/>
          </a:p>
        </p:txBody>
      </p:sp>
      <p:sp>
        <p:nvSpPr>
          <p:cNvPr id="3" name="Date Placeholder 2">
            <a:extLst>
              <a:ext uri="{FF2B5EF4-FFF2-40B4-BE49-F238E27FC236}">
                <a16:creationId xmlns:a16="http://schemas.microsoft.com/office/drawing/2014/main" id="{F623C363-6C3B-E28D-06F5-AB2EC53D7B80}"/>
              </a:ext>
            </a:extLst>
          </p:cNvPr>
          <p:cNvSpPr>
            <a:spLocks noGrp="1"/>
          </p:cNvSpPr>
          <p:nvPr>
            <p:ph type="dt" sz="half" idx="14"/>
          </p:nvPr>
        </p:nvSpPr>
        <p:spPr/>
        <p:txBody>
          <a:bodyPr/>
          <a:lstStyle/>
          <a:p>
            <a:endParaRPr lang="en-US" dirty="0"/>
          </a:p>
        </p:txBody>
      </p:sp>
      <p:sp>
        <p:nvSpPr>
          <p:cNvPr id="5" name="Slide Number Placeholder 4">
            <a:extLst>
              <a:ext uri="{FF2B5EF4-FFF2-40B4-BE49-F238E27FC236}">
                <a16:creationId xmlns:a16="http://schemas.microsoft.com/office/drawing/2014/main" id="{D803258A-CFF4-775F-A29D-30D91D4A5095}"/>
              </a:ext>
            </a:extLst>
          </p:cNvPr>
          <p:cNvSpPr>
            <a:spLocks noGrp="1"/>
          </p:cNvSpPr>
          <p:nvPr>
            <p:ph type="sldNum" sz="quarter" idx="16"/>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407712187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4">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78871" y="720333"/>
            <a:ext cx="7208520" cy="575068"/>
          </a:xfrm>
        </p:spPr>
        <p:txBody>
          <a:bodyPr anchor="t">
            <a:normAutofit/>
          </a:bodyPr>
          <a:lstStyle>
            <a:lvl1pPr>
              <a:defRPr sz="2800"/>
            </a:lvl1pPr>
          </a:lstStyle>
          <a:p>
            <a:r>
              <a:rPr lang="en-US"/>
              <a:t>Click to edit Master title style</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704084" y="1600200"/>
            <a:ext cx="5735507" cy="2590800"/>
          </a:xfrm>
        </p:spPr>
        <p:txBody>
          <a:bodyPr/>
          <a:lstStyle>
            <a:lvl1pPr indent="0">
              <a:buNone/>
              <a:defRPr/>
            </a:lvl1pPr>
            <a:lvl2pPr indent="0">
              <a:buNone/>
              <a:defRPr/>
            </a:lvl2pPr>
            <a:lvl3pPr indent="0">
              <a:buNone/>
              <a:defRPr/>
            </a:lvl3pPr>
            <a:lvl4pPr indent="0">
              <a:buNone/>
              <a:defRPr/>
            </a:lvl4pPr>
            <a:lvl5pPr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Footer Placeholder 3">
            <a:extLst>
              <a:ext uri="{FF2B5EF4-FFF2-40B4-BE49-F238E27FC236}">
                <a16:creationId xmlns:a16="http://schemas.microsoft.com/office/drawing/2014/main" id="{F391C811-7699-F021-4CCB-539ACAD0BB23}"/>
              </a:ext>
            </a:extLst>
          </p:cNvPr>
          <p:cNvSpPr>
            <a:spLocks noGrp="1"/>
          </p:cNvSpPr>
          <p:nvPr>
            <p:ph type="ftr" sz="quarter" idx="15"/>
          </p:nvPr>
        </p:nvSpPr>
        <p:spPr>
          <a:xfrm>
            <a:off x="678871" y="6343955"/>
            <a:ext cx="2739181" cy="365125"/>
          </a:xfrm>
        </p:spPr>
        <p:txBody>
          <a:bodyPr/>
          <a:lstStyle/>
          <a:p>
            <a:r>
              <a:rPr lang="en-US"/>
              <a:t>Presentation title</a:t>
            </a:r>
            <a:endParaRPr lang="en-US" dirty="0"/>
          </a:p>
        </p:txBody>
      </p:sp>
      <p:sp>
        <p:nvSpPr>
          <p:cNvPr id="9" name="Date Placeholder 8">
            <a:extLst>
              <a:ext uri="{FF2B5EF4-FFF2-40B4-BE49-F238E27FC236}">
                <a16:creationId xmlns:a16="http://schemas.microsoft.com/office/drawing/2014/main" id="{C8D4E6C4-6819-0DF7-D9C4-34177C161B9C}"/>
              </a:ext>
            </a:extLst>
          </p:cNvPr>
          <p:cNvSpPr>
            <a:spLocks noGrp="1"/>
          </p:cNvSpPr>
          <p:nvPr>
            <p:ph type="dt" sz="half" idx="16"/>
          </p:nvPr>
        </p:nvSpPr>
        <p:spPr>
          <a:xfrm>
            <a:off x="3785216" y="6343954"/>
            <a:ext cx="2202644" cy="365125"/>
          </a:xfrm>
        </p:spPr>
        <p:txBody>
          <a:bodyPr/>
          <a:lstStyle/>
          <a:p>
            <a:endParaRPr lang="en-US" dirty="0"/>
          </a:p>
        </p:txBody>
      </p:sp>
      <p:sp>
        <p:nvSpPr>
          <p:cNvPr id="5" name="Slide Number Placeholder 5">
            <a:extLst>
              <a:ext uri="{FF2B5EF4-FFF2-40B4-BE49-F238E27FC236}">
                <a16:creationId xmlns:a16="http://schemas.microsoft.com/office/drawing/2014/main" id="{958998F3-C99E-11E5-BC33-937A455B2FFB}"/>
              </a:ext>
            </a:extLst>
          </p:cNvPr>
          <p:cNvSpPr>
            <a:spLocks noGrp="1"/>
          </p:cNvSpPr>
          <p:nvPr>
            <p:ph type="sldNum" sz="quarter" idx="4"/>
          </p:nvPr>
        </p:nvSpPr>
        <p:spPr>
          <a:xfrm>
            <a:off x="6082179" y="6343955"/>
            <a:ext cx="357412" cy="365125"/>
          </a:xfrm>
          <a:prstGeom prst="rect">
            <a:avLst/>
          </a:prstGeom>
        </p:spPr>
        <p:txBody>
          <a:bodyPr vert="horz" lIns="91440" tIns="45720" rIns="91440" bIns="45720" rtlCol="0" anchor="ctr"/>
          <a:lstStyle>
            <a:lvl1pPr algn="r">
              <a:defRPr sz="900">
                <a:solidFill>
                  <a:schemeClr val="tx1"/>
                </a:solidFill>
              </a:defRPr>
            </a:lvl1pPr>
          </a:lstStyle>
          <a:p>
            <a:fld id="{AEAA3239-9EA4-4A65-A281-97F994456D9F}" type="slidenum">
              <a:rPr lang="en-US" smtClean="0"/>
              <a:pPr/>
              <a:t>‹#›</a:t>
            </a:fld>
            <a:endParaRPr lang="en-US" sz="900"/>
          </a:p>
        </p:txBody>
      </p:sp>
    </p:spTree>
    <p:extLst>
      <p:ext uri="{BB962C8B-B14F-4D97-AF65-F5344CB8AC3E}">
        <p14:creationId xmlns:p14="http://schemas.microsoft.com/office/powerpoint/2010/main" val="171439377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78872" y="1388700"/>
            <a:ext cx="3859262" cy="4083580"/>
          </a:xfrm>
        </p:spPr>
        <p:txBody>
          <a:bodyPr anchor="t">
            <a:normAutofit/>
          </a:bodyPr>
          <a:lstStyle>
            <a:lvl1pPr>
              <a:defRPr sz="2800"/>
            </a:lvl1pPr>
          </a:lstStyle>
          <a:p>
            <a:r>
              <a:rPr lang="en-US"/>
              <a:t>Click to edit Master title style</a:t>
            </a:r>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156010" y="1389134"/>
            <a:ext cx="6357117" cy="40835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DBE56440-14E3-7B9A-D161-08AB10B8DCA7}"/>
              </a:ext>
            </a:extLst>
          </p:cNvPr>
          <p:cNvSpPr>
            <a:spLocks noGrp="1"/>
          </p:cNvSpPr>
          <p:nvPr>
            <p:ph type="ftr" sz="quarter" idx="15"/>
          </p:nvPr>
        </p:nvSpPr>
        <p:spPr/>
        <p:txBody>
          <a:bodyPr/>
          <a:lstStyle/>
          <a:p>
            <a:r>
              <a:rPr lang="en-US"/>
              <a:t>Presentation title</a:t>
            </a:r>
            <a:endParaRPr lang="en-US" dirty="0"/>
          </a:p>
        </p:txBody>
      </p:sp>
      <p:sp>
        <p:nvSpPr>
          <p:cNvPr id="3" name="Date Placeholder 2">
            <a:extLst>
              <a:ext uri="{FF2B5EF4-FFF2-40B4-BE49-F238E27FC236}">
                <a16:creationId xmlns:a16="http://schemas.microsoft.com/office/drawing/2014/main" id="{85E8A7CF-81AE-0AC6-B47B-E2C1EA9D9AC7}"/>
              </a:ext>
            </a:extLst>
          </p:cNvPr>
          <p:cNvSpPr>
            <a:spLocks noGrp="1"/>
          </p:cNvSpPr>
          <p:nvPr>
            <p:ph type="dt" sz="half" idx="14"/>
          </p:nvPr>
        </p:nvSpPr>
        <p:spPr/>
        <p:txBody>
          <a:bodyPr/>
          <a:lstStyle/>
          <a:p>
            <a:endParaRPr lang="en-US" dirty="0"/>
          </a:p>
        </p:txBody>
      </p:sp>
      <p:sp>
        <p:nvSpPr>
          <p:cNvPr id="5" name="Slide Number Placeholder 4">
            <a:extLst>
              <a:ext uri="{FF2B5EF4-FFF2-40B4-BE49-F238E27FC236}">
                <a16:creationId xmlns:a16="http://schemas.microsoft.com/office/drawing/2014/main" id="{C4A578E8-BCF2-BF9D-84B5-AA93D14D0DF5}"/>
              </a:ext>
            </a:extLst>
          </p:cNvPr>
          <p:cNvSpPr>
            <a:spLocks noGrp="1"/>
          </p:cNvSpPr>
          <p:nvPr>
            <p:ph type="sldNum" sz="quarter" idx="16"/>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266753199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6">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85799" y="1050111"/>
            <a:ext cx="3425026" cy="3977107"/>
          </a:xfrm>
        </p:spPr>
        <p:txBody>
          <a:bodyPr anchor="t">
            <a:normAutofit/>
          </a:bodyPr>
          <a:lstStyle>
            <a:lvl1pPr>
              <a:defRPr sz="2800"/>
            </a:lvl1pPr>
          </a:lstStyle>
          <a:p>
            <a:r>
              <a:rPr lang="en-US" dirty="0"/>
              <a:t>Click to edit Master title style</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4800600" y="1050111"/>
            <a:ext cx="6705601" cy="4940661"/>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Date Placeholder 3">
            <a:extLst>
              <a:ext uri="{FF2B5EF4-FFF2-40B4-BE49-F238E27FC236}">
                <a16:creationId xmlns:a16="http://schemas.microsoft.com/office/drawing/2014/main" id="{9C54C37D-3064-C3C9-078B-4FC8A705FCD0}"/>
              </a:ext>
            </a:extLst>
          </p:cNvPr>
          <p:cNvSpPr>
            <a:spLocks noGrp="1"/>
          </p:cNvSpPr>
          <p:nvPr>
            <p:ph type="dt" sz="half" idx="2"/>
          </p:nvPr>
        </p:nvSpPr>
        <p:spPr>
          <a:xfrm>
            <a:off x="6181252" y="6343955"/>
            <a:ext cx="2202644" cy="365125"/>
          </a:xfrm>
          <a:prstGeom prst="rect">
            <a:avLst/>
          </a:prstGeom>
        </p:spPr>
        <p:txBody>
          <a:bodyPr vert="horz" lIns="91440" tIns="45720" rIns="91440" bIns="45720" rtlCol="0" anchor="ctr"/>
          <a:lstStyle>
            <a:lvl1pPr algn="ctr">
              <a:defRPr sz="900">
                <a:solidFill>
                  <a:schemeClr val="tx1"/>
                </a:solidFill>
              </a:defRPr>
            </a:lvl1pPr>
          </a:lstStyle>
          <a:p>
            <a:pPr algn="ctr"/>
            <a:endParaRPr lang="en-US"/>
          </a:p>
        </p:txBody>
      </p:sp>
      <p:sp>
        <p:nvSpPr>
          <p:cNvPr id="13" name="Slide Number Placeholder 5">
            <a:extLst>
              <a:ext uri="{FF2B5EF4-FFF2-40B4-BE49-F238E27FC236}">
                <a16:creationId xmlns:a16="http://schemas.microsoft.com/office/drawing/2014/main" id="{C277C0F5-D964-B2D1-0F39-EC17AB0741BA}"/>
              </a:ext>
            </a:extLst>
          </p:cNvPr>
          <p:cNvSpPr>
            <a:spLocks noGrp="1"/>
          </p:cNvSpPr>
          <p:nvPr>
            <p:ph type="sldNum" sz="quarter" idx="4"/>
          </p:nvPr>
        </p:nvSpPr>
        <p:spPr>
          <a:xfrm>
            <a:off x="11147097" y="6343955"/>
            <a:ext cx="357412" cy="365125"/>
          </a:xfrm>
          <a:prstGeom prst="rect">
            <a:avLst/>
          </a:prstGeom>
        </p:spPr>
        <p:txBody>
          <a:bodyPr vert="horz" lIns="91440" tIns="45720" rIns="91440" bIns="45720" rtlCol="0" anchor="ctr"/>
          <a:lstStyle>
            <a:lvl1pPr algn="r">
              <a:defRPr sz="900">
                <a:solidFill>
                  <a:schemeClr val="tx1"/>
                </a:solidFill>
              </a:defRPr>
            </a:lvl1pPr>
          </a:lstStyle>
          <a:p>
            <a:fld id="{AEAA3239-9EA4-4A65-A281-97F994456D9F}" type="slidenum">
              <a:rPr lang="en-US" smtClean="0"/>
              <a:pPr/>
              <a:t>‹#›</a:t>
            </a:fld>
            <a:endParaRPr lang="en-US" sz="900"/>
          </a:p>
        </p:txBody>
      </p:sp>
    </p:spTree>
    <p:extLst>
      <p:ext uri="{BB962C8B-B14F-4D97-AF65-F5344CB8AC3E}">
        <p14:creationId xmlns:p14="http://schemas.microsoft.com/office/powerpoint/2010/main" val="151467721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7">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85798" y="685799"/>
            <a:ext cx="3276601" cy="5477257"/>
          </a:xfrm>
        </p:spPr>
        <p:txBody>
          <a:bodyPr anchor="t">
            <a:normAutofit/>
          </a:bodyPr>
          <a:lstStyle>
            <a:lvl1pPr>
              <a:defRPr sz="2800"/>
            </a:lvl1pPr>
          </a:lstStyle>
          <a:p>
            <a:r>
              <a:rPr lang="en-US"/>
              <a:t>Click to edit Master title style</a:t>
            </a:r>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648201" y="685800"/>
            <a:ext cx="6858000" cy="54772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F5E77C0F-A50D-ABB1-D91B-F877E2E82975}"/>
              </a:ext>
            </a:extLst>
          </p:cNvPr>
          <p:cNvSpPr>
            <a:spLocks noGrp="1"/>
          </p:cNvSpPr>
          <p:nvPr>
            <p:ph type="ftr" sz="quarter" idx="15"/>
          </p:nvPr>
        </p:nvSpPr>
        <p:spPr/>
        <p:txBody>
          <a:bodyPr/>
          <a:lstStyle/>
          <a:p>
            <a:r>
              <a:rPr lang="en-US"/>
              <a:t>Presentation title</a:t>
            </a:r>
            <a:endParaRPr lang="en-US" dirty="0"/>
          </a:p>
        </p:txBody>
      </p:sp>
      <p:sp>
        <p:nvSpPr>
          <p:cNvPr id="3" name="Date Placeholder 2">
            <a:extLst>
              <a:ext uri="{FF2B5EF4-FFF2-40B4-BE49-F238E27FC236}">
                <a16:creationId xmlns:a16="http://schemas.microsoft.com/office/drawing/2014/main" id="{EBE0A937-543E-BBB8-39DD-1E9A45291F2C}"/>
              </a:ext>
            </a:extLst>
          </p:cNvPr>
          <p:cNvSpPr>
            <a:spLocks noGrp="1"/>
          </p:cNvSpPr>
          <p:nvPr>
            <p:ph type="dt" sz="half" idx="14"/>
          </p:nvPr>
        </p:nvSpPr>
        <p:spPr/>
        <p:txBody>
          <a:bodyPr/>
          <a:lstStyle/>
          <a:p>
            <a:endParaRPr lang="en-US" dirty="0"/>
          </a:p>
        </p:txBody>
      </p:sp>
      <p:sp>
        <p:nvSpPr>
          <p:cNvPr id="5" name="Slide Number Placeholder 4">
            <a:extLst>
              <a:ext uri="{FF2B5EF4-FFF2-40B4-BE49-F238E27FC236}">
                <a16:creationId xmlns:a16="http://schemas.microsoft.com/office/drawing/2014/main" id="{BC8C33EC-C7FC-72B4-C208-8BA6FD4B5856}"/>
              </a:ext>
            </a:extLst>
          </p:cNvPr>
          <p:cNvSpPr>
            <a:spLocks noGrp="1"/>
          </p:cNvSpPr>
          <p:nvPr>
            <p:ph type="sldNum" sz="quarter" idx="16"/>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270769774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Content with Picture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888060" y="687494"/>
            <a:ext cx="2618139" cy="2017614"/>
          </a:xfrm>
        </p:spPr>
        <p:txBody>
          <a:bodyPr anchor="b"/>
          <a:lstStyle/>
          <a:p>
            <a:r>
              <a:rPr lang="en-US"/>
              <a:t>Click to edit Master title style</a:t>
            </a:r>
          </a:p>
        </p:txBody>
      </p:sp>
      <p:sp>
        <p:nvSpPr>
          <p:cNvPr id="10" name="Picture Placeholder 9">
            <a:extLst>
              <a:ext uri="{FF2B5EF4-FFF2-40B4-BE49-F238E27FC236}">
                <a16:creationId xmlns:a16="http://schemas.microsoft.com/office/drawing/2014/main" id="{3CA946DA-5AE8-39E2-3ADD-B8F06308C1C6}"/>
              </a:ext>
            </a:extLst>
          </p:cNvPr>
          <p:cNvSpPr>
            <a:spLocks noGrp="1"/>
          </p:cNvSpPr>
          <p:nvPr>
            <p:ph type="pic" sz="quarter" idx="13" hasCustomPrompt="1"/>
          </p:nvPr>
        </p:nvSpPr>
        <p:spPr>
          <a:xfrm>
            <a:off x="677171" y="687492"/>
            <a:ext cx="7500648" cy="5483013"/>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a:blip r:embed="rId2">
              <a:alphaModFix amt="60000"/>
              <a:extLst>
                <a:ext uri="{28A0092B-C50C-407E-A947-70E740481C1C}">
                  <a14:useLocalDpi xmlns:a14="http://schemas.microsoft.com/office/drawing/2010/main" val="0"/>
                </a:ext>
              </a:extLst>
            </a:blip>
            <a:srcRect/>
            <a:stretch>
              <a:fillRect l="-15011" r="-15011"/>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889055" y="2983064"/>
            <a:ext cx="2625774" cy="3187441"/>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FF4A72B8-D6F1-AF2B-DF03-17FD2A737E2E}"/>
              </a:ext>
            </a:extLst>
          </p:cNvPr>
          <p:cNvSpPr>
            <a:spLocks noGrp="1"/>
          </p:cNvSpPr>
          <p:nvPr>
            <p:ph type="ftr" sz="quarter" idx="16"/>
          </p:nvPr>
        </p:nvSpPr>
        <p:spPr/>
        <p:txBody>
          <a:bodyPr/>
          <a:lstStyle/>
          <a:p>
            <a:r>
              <a:rPr lang="en-US"/>
              <a:t>Presentation title</a:t>
            </a:r>
            <a:endParaRPr lang="en-US" dirty="0"/>
          </a:p>
        </p:txBody>
      </p:sp>
      <p:sp>
        <p:nvSpPr>
          <p:cNvPr id="3" name="Date Placeholder 2">
            <a:extLst>
              <a:ext uri="{FF2B5EF4-FFF2-40B4-BE49-F238E27FC236}">
                <a16:creationId xmlns:a16="http://schemas.microsoft.com/office/drawing/2014/main" id="{C6CDF5D5-DF03-873F-A2DA-E5C0EF793F83}"/>
              </a:ext>
            </a:extLst>
          </p:cNvPr>
          <p:cNvSpPr>
            <a:spLocks noGrp="1"/>
          </p:cNvSpPr>
          <p:nvPr>
            <p:ph type="dt" sz="half" idx="15"/>
          </p:nvPr>
        </p:nvSpPr>
        <p:spPr/>
        <p:txBody>
          <a:bodyPr/>
          <a:lstStyle/>
          <a:p>
            <a:endParaRPr lang="en-US" dirty="0"/>
          </a:p>
        </p:txBody>
      </p:sp>
      <p:sp>
        <p:nvSpPr>
          <p:cNvPr id="5" name="Slide Number Placeholder 4">
            <a:extLst>
              <a:ext uri="{FF2B5EF4-FFF2-40B4-BE49-F238E27FC236}">
                <a16:creationId xmlns:a16="http://schemas.microsoft.com/office/drawing/2014/main" id="{1C10C7DB-FD9D-21A6-66CB-087260FBAF71}"/>
              </a:ext>
            </a:extLst>
          </p:cNvPr>
          <p:cNvSpPr>
            <a:spLocks noGrp="1"/>
          </p:cNvSpPr>
          <p:nvPr>
            <p:ph type="sldNum" sz="quarter" idx="17"/>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3224945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78872" y="5012268"/>
            <a:ext cx="3953296" cy="1127275"/>
          </a:xfrm>
        </p:spPr>
        <p:txBody>
          <a:bodyPr anchor="t">
            <a:normAutofit/>
          </a:bodyPr>
          <a:lstStyle>
            <a:lvl1pPr>
              <a:defRPr sz="28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78871" y="685800"/>
            <a:ext cx="10827330" cy="3940196"/>
          </a:xfrm>
          <a:blipFill>
            <a:blip r:embed="rId2">
              <a:alphaModFix amt="60000"/>
              <a:extLst>
                <a:ext uri="{28A0092B-C50C-407E-A947-70E740481C1C}">
                  <a14:useLocalDpi xmlns:a14="http://schemas.microsoft.com/office/drawing/2010/main" val="0"/>
                </a:ext>
              </a:extLst>
            </a:blip>
            <a:srcRect/>
            <a:stretch>
              <a:fillRect t="-44691" b="-9803"/>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156009" y="5012267"/>
            <a:ext cx="6350191" cy="1150790"/>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5ADB2910-904E-268B-43B3-CAE9F2E4A0F3}"/>
              </a:ext>
            </a:extLst>
          </p:cNvPr>
          <p:cNvSpPr>
            <a:spLocks noGrp="1"/>
          </p:cNvSpPr>
          <p:nvPr>
            <p:ph type="ftr" sz="quarter" idx="16"/>
          </p:nvPr>
        </p:nvSpPr>
        <p:spPr/>
        <p:txBody>
          <a:bodyPr/>
          <a:lstStyle/>
          <a:p>
            <a:r>
              <a:rPr lang="en-US"/>
              <a:t>Presentation title</a:t>
            </a:r>
            <a:endParaRPr lang="en-US" dirty="0"/>
          </a:p>
        </p:txBody>
      </p:sp>
      <p:sp>
        <p:nvSpPr>
          <p:cNvPr id="3" name="Date Placeholder 2">
            <a:extLst>
              <a:ext uri="{FF2B5EF4-FFF2-40B4-BE49-F238E27FC236}">
                <a16:creationId xmlns:a16="http://schemas.microsoft.com/office/drawing/2014/main" id="{323FEBCC-AB7F-E034-5C1D-1AFF70FC7809}"/>
              </a:ext>
            </a:extLst>
          </p:cNvPr>
          <p:cNvSpPr>
            <a:spLocks noGrp="1"/>
          </p:cNvSpPr>
          <p:nvPr>
            <p:ph type="dt" sz="half" idx="15"/>
          </p:nvPr>
        </p:nvSpPr>
        <p:spPr/>
        <p:txBody>
          <a:bodyPr/>
          <a:lstStyle/>
          <a:p>
            <a:endParaRPr lang="en-US" dirty="0"/>
          </a:p>
        </p:txBody>
      </p:sp>
      <p:sp>
        <p:nvSpPr>
          <p:cNvPr id="5" name="Slide Number Placeholder 4">
            <a:extLst>
              <a:ext uri="{FF2B5EF4-FFF2-40B4-BE49-F238E27FC236}">
                <a16:creationId xmlns:a16="http://schemas.microsoft.com/office/drawing/2014/main" id="{8E1EE381-D50D-08D2-2D1B-9E61241A22BD}"/>
              </a:ext>
            </a:extLst>
          </p:cNvPr>
          <p:cNvSpPr>
            <a:spLocks noGrp="1"/>
          </p:cNvSpPr>
          <p:nvPr>
            <p:ph type="sldNum" sz="quarter" idx="17"/>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27394362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78872" y="685800"/>
            <a:ext cx="3953296" cy="1127275"/>
          </a:xfrm>
        </p:spPr>
        <p:txBody>
          <a:bodyPr anchor="t">
            <a:normAutofit/>
          </a:bodyPr>
          <a:lstStyle>
            <a:lvl1pPr>
              <a:defRPr sz="2800"/>
            </a:lvl1pPr>
          </a:lstStyle>
          <a:p>
            <a:r>
              <a:rPr lang="en-US"/>
              <a:t>Click to edit Master title style</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156009" y="685800"/>
            <a:ext cx="6350191" cy="1150790"/>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78871" y="2212152"/>
            <a:ext cx="10827330" cy="3940196"/>
          </a:xfrm>
          <a:blipFill>
            <a:blip r:embed="rId2">
              <a:alphaModFix amt="60000"/>
              <a:extLst>
                <a:ext uri="{28A0092B-C50C-407E-A947-70E740481C1C}">
                  <a14:useLocalDpi xmlns:a14="http://schemas.microsoft.com/office/drawing/2010/main" val="0"/>
                </a:ext>
              </a:extLst>
            </a:blip>
            <a:srcRect/>
            <a:stretch>
              <a:fillRect t="-46364" b="-8130"/>
            </a:stretch>
          </a:blipFill>
        </p:spPr>
        <p:txBody>
          <a:bodyPr/>
          <a:lstStyle>
            <a:lvl1pPr marL="0" indent="0">
              <a:buNone/>
              <a:defRPr/>
            </a:lvl1pPr>
          </a:lstStyle>
          <a:p>
            <a:r>
              <a:rPr lang="en-US" dirty="0"/>
              <a:t>   </a:t>
            </a:r>
          </a:p>
        </p:txBody>
      </p:sp>
      <p:sp>
        <p:nvSpPr>
          <p:cNvPr id="4" name="Footer Placeholder 3">
            <a:extLst>
              <a:ext uri="{FF2B5EF4-FFF2-40B4-BE49-F238E27FC236}">
                <a16:creationId xmlns:a16="http://schemas.microsoft.com/office/drawing/2014/main" id="{BC151189-9025-E7C1-B611-A7A2BD03B499}"/>
              </a:ext>
            </a:extLst>
          </p:cNvPr>
          <p:cNvSpPr>
            <a:spLocks noGrp="1"/>
          </p:cNvSpPr>
          <p:nvPr>
            <p:ph type="ftr" sz="quarter" idx="16"/>
          </p:nvPr>
        </p:nvSpPr>
        <p:spPr/>
        <p:txBody>
          <a:bodyPr/>
          <a:lstStyle/>
          <a:p>
            <a:r>
              <a:rPr lang="en-US"/>
              <a:t>Presentation title</a:t>
            </a:r>
            <a:endParaRPr lang="en-US" dirty="0"/>
          </a:p>
        </p:txBody>
      </p:sp>
      <p:sp>
        <p:nvSpPr>
          <p:cNvPr id="3" name="Date Placeholder 2">
            <a:extLst>
              <a:ext uri="{FF2B5EF4-FFF2-40B4-BE49-F238E27FC236}">
                <a16:creationId xmlns:a16="http://schemas.microsoft.com/office/drawing/2014/main" id="{46DEA616-DF83-AFFF-BC05-5AF6783B3589}"/>
              </a:ext>
            </a:extLst>
          </p:cNvPr>
          <p:cNvSpPr>
            <a:spLocks noGrp="1"/>
          </p:cNvSpPr>
          <p:nvPr>
            <p:ph type="dt" sz="half" idx="15"/>
          </p:nvPr>
        </p:nvSpPr>
        <p:spPr/>
        <p:txBody>
          <a:bodyPr/>
          <a:lstStyle/>
          <a:p>
            <a:endParaRPr lang="en-US" dirty="0"/>
          </a:p>
        </p:txBody>
      </p:sp>
      <p:sp>
        <p:nvSpPr>
          <p:cNvPr id="5" name="Slide Number Placeholder 4">
            <a:extLst>
              <a:ext uri="{FF2B5EF4-FFF2-40B4-BE49-F238E27FC236}">
                <a16:creationId xmlns:a16="http://schemas.microsoft.com/office/drawing/2014/main" id="{1BCBF149-C859-79EF-0D12-15B124182A20}"/>
              </a:ext>
            </a:extLst>
          </p:cNvPr>
          <p:cNvSpPr>
            <a:spLocks noGrp="1"/>
          </p:cNvSpPr>
          <p:nvPr>
            <p:ph type="sldNum" sz="quarter" idx="17"/>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257886447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5841999" y="687492"/>
            <a:ext cx="5662508" cy="2017614"/>
          </a:xfrm>
        </p:spPr>
        <p:txBody>
          <a:bodyPr anchor="b">
            <a:normAutofit/>
          </a:bodyPr>
          <a:lstStyle>
            <a:lvl1pPr>
              <a:defRPr sz="2800"/>
            </a:lvl1pPr>
          </a:lstStyle>
          <a:p>
            <a:r>
              <a:rPr lang="en-US"/>
              <a:t>Click to edit Master title style</a:t>
            </a:r>
          </a:p>
        </p:txBody>
      </p:sp>
      <p:sp>
        <p:nvSpPr>
          <p:cNvPr id="10" name="Picture Placeholder 9">
            <a:extLst>
              <a:ext uri="{FF2B5EF4-FFF2-40B4-BE49-F238E27FC236}">
                <a16:creationId xmlns:a16="http://schemas.microsoft.com/office/drawing/2014/main" id="{DD26684C-23E4-F6A1-5A03-70AE7BEA72CA}"/>
              </a:ext>
            </a:extLst>
          </p:cNvPr>
          <p:cNvSpPr>
            <a:spLocks noGrp="1"/>
          </p:cNvSpPr>
          <p:nvPr>
            <p:ph type="pic" sz="quarter" idx="14" hasCustomPrompt="1"/>
          </p:nvPr>
        </p:nvSpPr>
        <p:spPr>
          <a:xfrm>
            <a:off x="687494" y="687492"/>
            <a:ext cx="4516298" cy="5483016"/>
          </a:xfrm>
          <a:custGeom>
            <a:avLst/>
            <a:gdLst>
              <a:gd name="connsiteX0" fmla="*/ 0 w 4565591"/>
              <a:gd name="connsiteY0" fmla="*/ 0 h 6858000"/>
              <a:gd name="connsiteX1" fmla="*/ 4565591 w 4565591"/>
              <a:gd name="connsiteY1" fmla="*/ 0 h 6858000"/>
              <a:gd name="connsiteX2" fmla="*/ 4565591 w 4565591"/>
              <a:gd name="connsiteY2" fmla="*/ 6858000 h 6858000"/>
              <a:gd name="connsiteX3" fmla="*/ 0 w 456559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565591" h="6858000">
                <a:moveTo>
                  <a:pt x="0" y="0"/>
                </a:moveTo>
                <a:lnTo>
                  <a:pt x="4565591" y="0"/>
                </a:lnTo>
                <a:lnTo>
                  <a:pt x="4565591" y="6858000"/>
                </a:lnTo>
                <a:lnTo>
                  <a:pt x="0" y="6858000"/>
                </a:lnTo>
                <a:close/>
              </a:path>
            </a:pathLst>
          </a:custGeom>
          <a:blipFill>
            <a:blip r:embed="rId2">
              <a:alphaModFix amt="60000"/>
              <a:extLst>
                <a:ext uri="{28A0092B-C50C-407E-A947-70E740481C1C}">
                  <a14:useLocalDpi xmlns:a14="http://schemas.microsoft.com/office/drawing/2010/main" val="0"/>
                </a:ext>
              </a:extLst>
            </a:blip>
            <a:srcRect/>
            <a:stretch>
              <a:fillRect l="-57969" r="-57969"/>
            </a:stretch>
          </a:blipFill>
        </p:spPr>
        <p:txBody>
          <a:bodyPr wrap="square">
            <a:noAutofit/>
          </a:bodyPr>
          <a:lstStyle>
            <a:lvl1pPr marL="0" indent="0">
              <a:buNone/>
              <a:defRPr/>
            </a:lvl1pPr>
          </a:lstStyle>
          <a:p>
            <a:r>
              <a:rPr lang="en-US" dirty="0"/>
              <a:t>   </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5841999" y="2997200"/>
            <a:ext cx="5662508" cy="3165856"/>
          </a:xfrm>
        </p:spPr>
        <p:txBody>
          <a:bodyPr>
            <a:normAutofit/>
          </a:bodyPr>
          <a:lstStyle>
            <a:lvl1pPr marL="457200" indent="-457200">
              <a:buFont typeface="+mj-lt"/>
              <a:buNone/>
              <a:defRPr sz="1400"/>
            </a:lvl1pPr>
            <a:lvl2pPr marL="571500" indent="-342900">
              <a:buFont typeface="+mj-lt"/>
              <a:buNone/>
              <a:defRPr sz="1200"/>
            </a:lvl2pPr>
            <a:lvl3pPr marL="800100" indent="-342900">
              <a:buFont typeface="+mj-lt"/>
              <a:buNone/>
              <a:defRPr sz="1100"/>
            </a:lvl3pPr>
            <a:lvl4pPr marL="1028700" indent="-342900">
              <a:buFont typeface="+mj-lt"/>
              <a:buNone/>
              <a:defRPr sz="1050"/>
            </a:lvl4pPr>
            <a:lvl5pPr>
              <a:buFont typeface="+mj-lt"/>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A8CB16A7-2B91-9487-82EB-D7D51219847E}"/>
              </a:ext>
            </a:extLst>
          </p:cNvPr>
          <p:cNvSpPr>
            <a:spLocks noGrp="1"/>
          </p:cNvSpPr>
          <p:nvPr>
            <p:ph type="ftr" sz="quarter" idx="16"/>
          </p:nvPr>
        </p:nvSpPr>
        <p:spPr/>
        <p:txBody>
          <a:bodyPr/>
          <a:lstStyle/>
          <a:p>
            <a:r>
              <a:rPr lang="en-US"/>
              <a:t>Presentation title</a:t>
            </a:r>
            <a:endParaRPr lang="en-US" dirty="0"/>
          </a:p>
        </p:txBody>
      </p:sp>
      <p:sp>
        <p:nvSpPr>
          <p:cNvPr id="3" name="Date Placeholder 2">
            <a:extLst>
              <a:ext uri="{FF2B5EF4-FFF2-40B4-BE49-F238E27FC236}">
                <a16:creationId xmlns:a16="http://schemas.microsoft.com/office/drawing/2014/main" id="{48D7B84B-FBFC-D589-881E-D4EA9886A3F0}"/>
              </a:ext>
            </a:extLst>
          </p:cNvPr>
          <p:cNvSpPr>
            <a:spLocks noGrp="1"/>
          </p:cNvSpPr>
          <p:nvPr>
            <p:ph type="dt" sz="half" idx="15"/>
          </p:nvPr>
        </p:nvSpPr>
        <p:spPr/>
        <p:txBody>
          <a:bodyPr/>
          <a:lstStyle/>
          <a:p>
            <a:endParaRPr lang="en-US" dirty="0"/>
          </a:p>
        </p:txBody>
      </p:sp>
      <p:sp>
        <p:nvSpPr>
          <p:cNvPr id="5" name="Slide Number Placeholder 4">
            <a:extLst>
              <a:ext uri="{FF2B5EF4-FFF2-40B4-BE49-F238E27FC236}">
                <a16:creationId xmlns:a16="http://schemas.microsoft.com/office/drawing/2014/main" id="{80F3CF0F-496C-B902-B8FD-2D816F5CB7AC}"/>
              </a:ext>
            </a:extLst>
          </p:cNvPr>
          <p:cNvSpPr>
            <a:spLocks noGrp="1"/>
          </p:cNvSpPr>
          <p:nvPr>
            <p:ph type="sldNum" sz="quarter" idx="17"/>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24236314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687494" y="687492"/>
            <a:ext cx="6308414" cy="2017614"/>
          </a:xfrm>
        </p:spPr>
        <p:txBody>
          <a:bodyPr anchor="b">
            <a:normAutofit/>
          </a:bodyPr>
          <a:lstStyle>
            <a:lvl1pPr>
              <a:defRPr sz="2800"/>
            </a:lvl1pPr>
          </a:lstStyle>
          <a:p>
            <a:r>
              <a:rPr lang="en-US"/>
              <a:t>Click to edit Master title style</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87494" y="2997200"/>
            <a:ext cx="6308414" cy="3165856"/>
          </a:xfrm>
        </p:spPr>
        <p:txBody>
          <a:bodyPr>
            <a:normAutofit/>
          </a:bodyPr>
          <a:lstStyle>
            <a:lvl1pPr marL="457200" indent="-457200">
              <a:buFont typeface="+mj-lt"/>
              <a:buNone/>
              <a:defRPr sz="1400"/>
            </a:lvl1pPr>
            <a:lvl2pPr marL="571500" indent="-342900">
              <a:buFont typeface="+mj-lt"/>
              <a:buNone/>
              <a:defRPr sz="1200"/>
            </a:lvl2pPr>
            <a:lvl3pPr marL="800100" indent="-342900">
              <a:buFont typeface="+mj-lt"/>
              <a:buNone/>
              <a:defRPr sz="1100"/>
            </a:lvl3pPr>
            <a:lvl4pPr marL="1028700" indent="-342900">
              <a:buFont typeface="+mj-lt"/>
              <a:buNone/>
              <a:defRPr sz="1050"/>
            </a:lvl4pPr>
            <a:lvl5pPr>
              <a:buFont typeface="+mj-lt"/>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9">
            <a:extLst>
              <a:ext uri="{FF2B5EF4-FFF2-40B4-BE49-F238E27FC236}">
                <a16:creationId xmlns:a16="http://schemas.microsoft.com/office/drawing/2014/main" id="{DD26684C-23E4-F6A1-5A03-70AE7BEA72CA}"/>
              </a:ext>
            </a:extLst>
          </p:cNvPr>
          <p:cNvSpPr>
            <a:spLocks noGrp="1"/>
          </p:cNvSpPr>
          <p:nvPr>
            <p:ph type="pic" sz="quarter" idx="14" hasCustomPrompt="1"/>
          </p:nvPr>
        </p:nvSpPr>
        <p:spPr>
          <a:xfrm>
            <a:off x="7626407" y="687492"/>
            <a:ext cx="3878100" cy="5483016"/>
          </a:xfrm>
          <a:custGeom>
            <a:avLst/>
            <a:gdLst>
              <a:gd name="connsiteX0" fmla="*/ 0 w 4565591"/>
              <a:gd name="connsiteY0" fmla="*/ 0 h 6858000"/>
              <a:gd name="connsiteX1" fmla="*/ 4565591 w 4565591"/>
              <a:gd name="connsiteY1" fmla="*/ 0 h 6858000"/>
              <a:gd name="connsiteX2" fmla="*/ 4565591 w 4565591"/>
              <a:gd name="connsiteY2" fmla="*/ 6858000 h 6858000"/>
              <a:gd name="connsiteX3" fmla="*/ 0 w 456559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565591" h="6858000">
                <a:moveTo>
                  <a:pt x="0" y="0"/>
                </a:moveTo>
                <a:lnTo>
                  <a:pt x="4565591" y="0"/>
                </a:lnTo>
                <a:lnTo>
                  <a:pt x="4565591" y="6858000"/>
                </a:lnTo>
                <a:lnTo>
                  <a:pt x="0" y="6858000"/>
                </a:lnTo>
                <a:close/>
              </a:path>
            </a:pathLst>
          </a:custGeom>
          <a:blipFill>
            <a:blip r:embed="rId2">
              <a:alphaModFix amt="60000"/>
              <a:extLst>
                <a:ext uri="{28A0092B-C50C-407E-A947-70E740481C1C}">
                  <a14:useLocalDpi xmlns:a14="http://schemas.microsoft.com/office/drawing/2010/main" val="0"/>
                </a:ext>
              </a:extLst>
            </a:blip>
            <a:srcRect/>
            <a:stretch>
              <a:fillRect l="-75737" r="-75737"/>
            </a:stretch>
          </a:blipFill>
        </p:spPr>
        <p:txBody>
          <a:bodyPr wrap="square">
            <a:noAutofit/>
          </a:bodyPr>
          <a:lstStyle>
            <a:lvl1pPr marL="0" indent="0">
              <a:buNone/>
              <a:defRPr/>
            </a:lvl1pPr>
          </a:lstStyle>
          <a:p>
            <a:r>
              <a:rPr lang="en-US" dirty="0"/>
              <a:t>   </a:t>
            </a:r>
          </a:p>
        </p:txBody>
      </p:sp>
      <p:sp>
        <p:nvSpPr>
          <p:cNvPr id="4" name="Footer Placeholder 3">
            <a:extLst>
              <a:ext uri="{FF2B5EF4-FFF2-40B4-BE49-F238E27FC236}">
                <a16:creationId xmlns:a16="http://schemas.microsoft.com/office/drawing/2014/main" id="{0FFD054A-88D2-8AC5-BB55-C59F527695C7}"/>
              </a:ext>
            </a:extLst>
          </p:cNvPr>
          <p:cNvSpPr>
            <a:spLocks noGrp="1"/>
          </p:cNvSpPr>
          <p:nvPr>
            <p:ph type="ftr" sz="quarter" idx="16"/>
          </p:nvPr>
        </p:nvSpPr>
        <p:spPr/>
        <p:txBody>
          <a:bodyPr/>
          <a:lstStyle/>
          <a:p>
            <a:r>
              <a:rPr lang="en-US"/>
              <a:t>Presentation title</a:t>
            </a:r>
            <a:endParaRPr lang="en-US" dirty="0"/>
          </a:p>
        </p:txBody>
      </p:sp>
      <p:sp>
        <p:nvSpPr>
          <p:cNvPr id="3" name="Date Placeholder 2">
            <a:extLst>
              <a:ext uri="{FF2B5EF4-FFF2-40B4-BE49-F238E27FC236}">
                <a16:creationId xmlns:a16="http://schemas.microsoft.com/office/drawing/2014/main" id="{F085A21E-8763-2E88-7470-09E43DCB7750}"/>
              </a:ext>
            </a:extLst>
          </p:cNvPr>
          <p:cNvSpPr>
            <a:spLocks noGrp="1"/>
          </p:cNvSpPr>
          <p:nvPr>
            <p:ph type="dt" sz="half" idx="15"/>
          </p:nvPr>
        </p:nvSpPr>
        <p:spPr/>
        <p:txBody>
          <a:bodyPr/>
          <a:lstStyle/>
          <a:p>
            <a:endParaRPr lang="en-US" dirty="0"/>
          </a:p>
        </p:txBody>
      </p:sp>
      <p:sp>
        <p:nvSpPr>
          <p:cNvPr id="5" name="Slide Number Placeholder 4">
            <a:extLst>
              <a:ext uri="{FF2B5EF4-FFF2-40B4-BE49-F238E27FC236}">
                <a16:creationId xmlns:a16="http://schemas.microsoft.com/office/drawing/2014/main" id="{8A399C91-F0A3-3A11-A3D6-7F34DD79D698}"/>
              </a:ext>
            </a:extLst>
          </p:cNvPr>
          <p:cNvSpPr>
            <a:spLocks noGrp="1"/>
          </p:cNvSpPr>
          <p:nvPr>
            <p:ph type="sldNum" sz="quarter" idx="17"/>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112328638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A97EDD7B-DE6D-17E5-4381-530004EB8A74}"/>
              </a:ext>
            </a:extLst>
          </p:cNvPr>
          <p:cNvSpPr>
            <a:spLocks noGrp="1"/>
          </p:cNvSpPr>
          <p:nvPr>
            <p:ph type="title"/>
          </p:nvPr>
        </p:nvSpPr>
        <p:spPr>
          <a:xfrm>
            <a:off x="5841522" y="687494"/>
            <a:ext cx="5662983" cy="1049291"/>
          </a:xfrm>
        </p:spPr>
        <p:txBody>
          <a:bodyPr anchor="t"/>
          <a:lstStyle/>
          <a:p>
            <a:r>
              <a:rPr lang="en-US"/>
              <a:t>Click to edit Master title style</a:t>
            </a:r>
          </a:p>
        </p:txBody>
      </p:sp>
      <p:sp>
        <p:nvSpPr>
          <p:cNvPr id="12" name="Picture Placeholder 9">
            <a:extLst>
              <a:ext uri="{FF2B5EF4-FFF2-40B4-BE49-F238E27FC236}">
                <a16:creationId xmlns:a16="http://schemas.microsoft.com/office/drawing/2014/main" id="{4EF6A8B1-A24E-F193-B77A-9876D6702F27}"/>
              </a:ext>
            </a:extLst>
          </p:cNvPr>
          <p:cNvSpPr>
            <a:spLocks noGrp="1"/>
          </p:cNvSpPr>
          <p:nvPr>
            <p:ph type="pic" sz="quarter" idx="14" hasCustomPrompt="1"/>
          </p:nvPr>
        </p:nvSpPr>
        <p:spPr>
          <a:xfrm>
            <a:off x="678871" y="687492"/>
            <a:ext cx="4452410" cy="5483013"/>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a:blip r:embed="rId2">
              <a:alphaModFix amt="60000"/>
              <a:extLst>
                <a:ext uri="{28A0092B-C50C-407E-A947-70E740481C1C}">
                  <a14:useLocalDpi xmlns:a14="http://schemas.microsoft.com/office/drawing/2010/main" val="0"/>
                </a:ext>
              </a:extLst>
            </a:blip>
            <a:srcRect/>
            <a:stretch>
              <a:fillRect l="-59518" r="-59518"/>
            </a:stretch>
          </a:blipFill>
        </p:spPr>
        <p:txBody>
          <a:bodyPr wrap="square">
            <a:noAutofit/>
          </a:bodyPr>
          <a:lstStyle>
            <a:lvl1pPr marL="0" indent="0">
              <a:buNone/>
              <a:defRPr/>
            </a:lvl1pPr>
          </a:lstStyle>
          <a:p>
            <a:r>
              <a:rPr lang="en-US" dirty="0"/>
              <a:t>   </a:t>
            </a:r>
          </a:p>
        </p:txBody>
      </p:sp>
      <p:sp>
        <p:nvSpPr>
          <p:cNvPr id="13" name="Content Placeholder 7">
            <a:extLst>
              <a:ext uri="{FF2B5EF4-FFF2-40B4-BE49-F238E27FC236}">
                <a16:creationId xmlns:a16="http://schemas.microsoft.com/office/drawing/2014/main" id="{8676FB4F-B64E-DCC7-1309-42D58F28DBF3}"/>
              </a:ext>
            </a:extLst>
          </p:cNvPr>
          <p:cNvSpPr>
            <a:spLocks noGrp="1"/>
          </p:cNvSpPr>
          <p:nvPr>
            <p:ph sz="quarter" idx="15"/>
          </p:nvPr>
        </p:nvSpPr>
        <p:spPr>
          <a:xfrm>
            <a:off x="5841522" y="2053560"/>
            <a:ext cx="5671607" cy="4116945"/>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94DF20DA-AED3-283F-9A9E-1F1BCED1D049}"/>
              </a:ext>
            </a:extLst>
          </p:cNvPr>
          <p:cNvSpPr>
            <a:spLocks noGrp="1"/>
          </p:cNvSpPr>
          <p:nvPr>
            <p:ph type="ftr" sz="quarter" idx="17"/>
          </p:nvPr>
        </p:nvSpPr>
        <p:spPr/>
        <p:txBody>
          <a:bodyPr/>
          <a:lstStyle/>
          <a:p>
            <a:r>
              <a:rPr lang="en-US"/>
              <a:t>Presentation title</a:t>
            </a:r>
            <a:endParaRPr lang="en-US" dirty="0"/>
          </a:p>
        </p:txBody>
      </p:sp>
      <p:sp>
        <p:nvSpPr>
          <p:cNvPr id="2" name="Date Placeholder 1">
            <a:extLst>
              <a:ext uri="{FF2B5EF4-FFF2-40B4-BE49-F238E27FC236}">
                <a16:creationId xmlns:a16="http://schemas.microsoft.com/office/drawing/2014/main" id="{CD6F5FD8-373C-BC99-B74A-71C2F138E475}"/>
              </a:ext>
            </a:extLst>
          </p:cNvPr>
          <p:cNvSpPr>
            <a:spLocks noGrp="1"/>
          </p:cNvSpPr>
          <p:nvPr>
            <p:ph type="dt" sz="half" idx="16"/>
          </p:nvPr>
        </p:nvSpPr>
        <p:spPr/>
        <p:txBody>
          <a:bodyPr/>
          <a:lstStyle/>
          <a:p>
            <a:endParaRPr lang="en-US" dirty="0"/>
          </a:p>
        </p:txBody>
      </p:sp>
      <p:sp>
        <p:nvSpPr>
          <p:cNvPr id="5" name="Slide Number Placeholder 4">
            <a:extLst>
              <a:ext uri="{FF2B5EF4-FFF2-40B4-BE49-F238E27FC236}">
                <a16:creationId xmlns:a16="http://schemas.microsoft.com/office/drawing/2014/main" id="{FCDC579E-F3C4-55B0-6D77-9FEBF71C56B9}"/>
              </a:ext>
            </a:extLst>
          </p:cNvPr>
          <p:cNvSpPr>
            <a:spLocks noGrp="1"/>
          </p:cNvSpPr>
          <p:nvPr>
            <p:ph type="sldNum" sz="quarter" idx="18"/>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273931629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A97EDD7B-DE6D-17E5-4381-530004EB8A74}"/>
              </a:ext>
            </a:extLst>
          </p:cNvPr>
          <p:cNvSpPr>
            <a:spLocks noGrp="1"/>
          </p:cNvSpPr>
          <p:nvPr>
            <p:ph type="title"/>
          </p:nvPr>
        </p:nvSpPr>
        <p:spPr>
          <a:xfrm>
            <a:off x="679869" y="687494"/>
            <a:ext cx="6318225" cy="1049291"/>
          </a:xfrm>
        </p:spPr>
        <p:txBody>
          <a:bodyPr anchor="t"/>
          <a:lstStyle/>
          <a:p>
            <a:r>
              <a:rPr lang="en-US"/>
              <a:t>Click to edit Master title style</a:t>
            </a:r>
          </a:p>
        </p:txBody>
      </p:sp>
      <p:sp>
        <p:nvSpPr>
          <p:cNvPr id="13" name="Content Placeholder 7">
            <a:extLst>
              <a:ext uri="{FF2B5EF4-FFF2-40B4-BE49-F238E27FC236}">
                <a16:creationId xmlns:a16="http://schemas.microsoft.com/office/drawing/2014/main" id="{8676FB4F-B64E-DCC7-1309-42D58F28DBF3}"/>
              </a:ext>
            </a:extLst>
          </p:cNvPr>
          <p:cNvSpPr>
            <a:spLocks noGrp="1"/>
          </p:cNvSpPr>
          <p:nvPr>
            <p:ph sz="quarter" idx="15"/>
          </p:nvPr>
        </p:nvSpPr>
        <p:spPr>
          <a:xfrm>
            <a:off x="678871" y="2053560"/>
            <a:ext cx="6327847" cy="4116945"/>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Picture Placeholder 9">
            <a:extLst>
              <a:ext uri="{FF2B5EF4-FFF2-40B4-BE49-F238E27FC236}">
                <a16:creationId xmlns:a16="http://schemas.microsoft.com/office/drawing/2014/main" id="{4EF6A8B1-A24E-F193-B77A-9876D6702F27}"/>
              </a:ext>
            </a:extLst>
          </p:cNvPr>
          <p:cNvSpPr>
            <a:spLocks noGrp="1"/>
          </p:cNvSpPr>
          <p:nvPr>
            <p:ph type="pic" sz="quarter" idx="14" hasCustomPrompt="1"/>
          </p:nvPr>
        </p:nvSpPr>
        <p:spPr>
          <a:xfrm>
            <a:off x="7707542" y="687492"/>
            <a:ext cx="3805587" cy="5483013"/>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a:blip r:embed="rId2">
              <a:alphaModFix amt="60000"/>
              <a:extLst>
                <a:ext uri="{28A0092B-C50C-407E-A947-70E740481C1C}">
                  <a14:useLocalDpi xmlns:a14="http://schemas.microsoft.com/office/drawing/2010/main" val="0"/>
                </a:ext>
              </a:extLst>
            </a:blip>
            <a:srcRect/>
            <a:stretch>
              <a:fillRect l="-67197" r="-67197"/>
            </a:stretch>
          </a:blipFill>
        </p:spPr>
        <p:txBody>
          <a:bodyPr wrap="square">
            <a:noAutofit/>
          </a:bodyPr>
          <a:lstStyle>
            <a:lvl1pPr marL="0" indent="0">
              <a:buNone/>
              <a:defRPr/>
            </a:lvl1pPr>
          </a:lstStyle>
          <a:p>
            <a:r>
              <a:rPr lang="en-US" dirty="0"/>
              <a:t>   </a:t>
            </a:r>
          </a:p>
        </p:txBody>
      </p:sp>
      <p:sp>
        <p:nvSpPr>
          <p:cNvPr id="3" name="Footer Placeholder 2">
            <a:extLst>
              <a:ext uri="{FF2B5EF4-FFF2-40B4-BE49-F238E27FC236}">
                <a16:creationId xmlns:a16="http://schemas.microsoft.com/office/drawing/2014/main" id="{698FC07B-DBB3-6713-7446-1CB062A1752F}"/>
              </a:ext>
            </a:extLst>
          </p:cNvPr>
          <p:cNvSpPr>
            <a:spLocks noGrp="1"/>
          </p:cNvSpPr>
          <p:nvPr>
            <p:ph type="ftr" sz="quarter" idx="17"/>
          </p:nvPr>
        </p:nvSpPr>
        <p:spPr/>
        <p:txBody>
          <a:bodyPr/>
          <a:lstStyle/>
          <a:p>
            <a:r>
              <a:rPr lang="en-US"/>
              <a:t>Presentation title</a:t>
            </a:r>
            <a:endParaRPr lang="en-US" dirty="0"/>
          </a:p>
        </p:txBody>
      </p:sp>
      <p:sp>
        <p:nvSpPr>
          <p:cNvPr id="2" name="Date Placeholder 1">
            <a:extLst>
              <a:ext uri="{FF2B5EF4-FFF2-40B4-BE49-F238E27FC236}">
                <a16:creationId xmlns:a16="http://schemas.microsoft.com/office/drawing/2014/main" id="{CC5CE356-8F45-9528-A1A3-57FFB6F123C7}"/>
              </a:ext>
            </a:extLst>
          </p:cNvPr>
          <p:cNvSpPr>
            <a:spLocks noGrp="1"/>
          </p:cNvSpPr>
          <p:nvPr>
            <p:ph type="dt" sz="half" idx="16"/>
          </p:nvPr>
        </p:nvSpPr>
        <p:spPr/>
        <p:txBody>
          <a:bodyPr/>
          <a:lstStyle/>
          <a:p>
            <a:endParaRPr lang="en-US" dirty="0"/>
          </a:p>
        </p:txBody>
      </p:sp>
      <p:sp>
        <p:nvSpPr>
          <p:cNvPr id="7" name="Slide Number Placeholder 6">
            <a:extLst>
              <a:ext uri="{FF2B5EF4-FFF2-40B4-BE49-F238E27FC236}">
                <a16:creationId xmlns:a16="http://schemas.microsoft.com/office/drawing/2014/main" id="{019DD9CF-D579-D07B-C24D-5A89B1A420D9}"/>
              </a:ext>
            </a:extLst>
          </p:cNvPr>
          <p:cNvSpPr>
            <a:spLocks noGrp="1"/>
          </p:cNvSpPr>
          <p:nvPr>
            <p:ph type="sldNum" sz="quarter" idx="18"/>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160569955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78871" y="3880757"/>
            <a:ext cx="2978729" cy="2282300"/>
          </a:xfrm>
        </p:spPr>
        <p:txBody>
          <a:bodyPr anchor="t">
            <a:normAutofit/>
          </a:bodyPr>
          <a:lstStyle>
            <a:lvl1pPr>
              <a:defRPr sz="28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78871" y="732115"/>
            <a:ext cx="10827329" cy="2711216"/>
          </a:xfrm>
          <a:blipFill>
            <a:blip r:embed="rId2">
              <a:alphaModFix amt="60000"/>
              <a:extLst>
                <a:ext uri="{28A0092B-C50C-407E-A947-70E740481C1C}">
                  <a14:useLocalDpi xmlns:a14="http://schemas.microsoft.com/office/drawing/2010/main" val="0"/>
                </a:ext>
              </a:extLst>
            </a:blip>
            <a:srcRect/>
            <a:stretch>
              <a:fillRect t="-84535" b="-39991"/>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122370" y="3880758"/>
            <a:ext cx="7404607" cy="2282300"/>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99E808D1-FDEB-C4DA-A78C-86E9E878FFA9}"/>
              </a:ext>
            </a:extLst>
          </p:cNvPr>
          <p:cNvSpPr>
            <a:spLocks noGrp="1"/>
          </p:cNvSpPr>
          <p:nvPr>
            <p:ph type="ftr" sz="quarter" idx="16"/>
          </p:nvPr>
        </p:nvSpPr>
        <p:spPr/>
        <p:txBody>
          <a:bodyPr/>
          <a:lstStyle/>
          <a:p>
            <a:r>
              <a:rPr lang="en-US"/>
              <a:t>Presentation title</a:t>
            </a:r>
            <a:endParaRPr lang="en-US" dirty="0"/>
          </a:p>
        </p:txBody>
      </p:sp>
      <p:sp>
        <p:nvSpPr>
          <p:cNvPr id="3" name="Date Placeholder 2">
            <a:extLst>
              <a:ext uri="{FF2B5EF4-FFF2-40B4-BE49-F238E27FC236}">
                <a16:creationId xmlns:a16="http://schemas.microsoft.com/office/drawing/2014/main" id="{ABDC3112-C844-AF9C-BD29-9F54BFB4BEA3}"/>
              </a:ext>
            </a:extLst>
          </p:cNvPr>
          <p:cNvSpPr>
            <a:spLocks noGrp="1"/>
          </p:cNvSpPr>
          <p:nvPr>
            <p:ph type="dt" sz="half" idx="15"/>
          </p:nvPr>
        </p:nvSpPr>
        <p:spPr/>
        <p:txBody>
          <a:bodyPr/>
          <a:lstStyle/>
          <a:p>
            <a:endParaRPr lang="en-US" dirty="0"/>
          </a:p>
        </p:txBody>
      </p:sp>
      <p:sp>
        <p:nvSpPr>
          <p:cNvPr id="5" name="Slide Number Placeholder 4">
            <a:extLst>
              <a:ext uri="{FF2B5EF4-FFF2-40B4-BE49-F238E27FC236}">
                <a16:creationId xmlns:a16="http://schemas.microsoft.com/office/drawing/2014/main" id="{9853455F-03AC-59D9-5F32-49E6590DEC4F}"/>
              </a:ext>
            </a:extLst>
          </p:cNvPr>
          <p:cNvSpPr>
            <a:spLocks noGrp="1"/>
          </p:cNvSpPr>
          <p:nvPr>
            <p:ph type="sldNum" sz="quarter" idx="17"/>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329627207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78872" y="685800"/>
            <a:ext cx="3443498" cy="2330454"/>
          </a:xfrm>
        </p:spPr>
        <p:txBody>
          <a:bodyPr anchor="t">
            <a:normAutofit/>
          </a:bodyPr>
          <a:lstStyle>
            <a:lvl1pPr>
              <a:defRPr sz="2800"/>
            </a:lvl1pPr>
          </a:lstStyle>
          <a:p>
            <a:r>
              <a:rPr lang="en-US"/>
              <a:t>Click to edit Master title style</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613267" y="685800"/>
            <a:ext cx="6892933" cy="2330455"/>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Picture Placeholder 3">
            <a:extLst>
              <a:ext uri="{FF2B5EF4-FFF2-40B4-BE49-F238E27FC236}">
                <a16:creationId xmlns:a16="http://schemas.microsoft.com/office/drawing/2014/main" id="{EDB92F6E-55FC-C88B-734D-26D3B9923E69}"/>
              </a:ext>
            </a:extLst>
          </p:cNvPr>
          <p:cNvSpPr>
            <a:spLocks noGrp="1"/>
          </p:cNvSpPr>
          <p:nvPr>
            <p:ph type="pic" sz="quarter" idx="13" hasCustomPrompt="1"/>
          </p:nvPr>
        </p:nvSpPr>
        <p:spPr>
          <a:xfrm>
            <a:off x="678871" y="3636524"/>
            <a:ext cx="10827329" cy="2513999"/>
          </a:xfrm>
          <a:custGeom>
            <a:avLst/>
            <a:gdLst>
              <a:gd name="connsiteX0" fmla="*/ 0 w 12192000"/>
              <a:gd name="connsiteY0" fmla="*/ 0 h 3221477"/>
              <a:gd name="connsiteX1" fmla="*/ 12192000 w 12192000"/>
              <a:gd name="connsiteY1" fmla="*/ 0 h 3221477"/>
              <a:gd name="connsiteX2" fmla="*/ 12192000 w 12192000"/>
              <a:gd name="connsiteY2" fmla="*/ 3221477 h 3221477"/>
              <a:gd name="connsiteX3" fmla="*/ 0 w 12192000"/>
              <a:gd name="connsiteY3" fmla="*/ 3221477 h 3221477"/>
            </a:gdLst>
            <a:ahLst/>
            <a:cxnLst>
              <a:cxn ang="0">
                <a:pos x="connsiteX0" y="connsiteY0"/>
              </a:cxn>
              <a:cxn ang="0">
                <a:pos x="connsiteX1" y="connsiteY1"/>
              </a:cxn>
              <a:cxn ang="0">
                <a:pos x="connsiteX2" y="connsiteY2"/>
              </a:cxn>
              <a:cxn ang="0">
                <a:pos x="connsiteX3" y="connsiteY3"/>
              </a:cxn>
            </a:cxnLst>
            <a:rect l="l" t="t" r="r" b="b"/>
            <a:pathLst>
              <a:path w="12192000" h="3221477">
                <a:moveTo>
                  <a:pt x="0" y="0"/>
                </a:moveTo>
                <a:lnTo>
                  <a:pt x="12192000" y="0"/>
                </a:lnTo>
                <a:lnTo>
                  <a:pt x="12192000" y="3221477"/>
                </a:lnTo>
                <a:lnTo>
                  <a:pt x="0" y="3221477"/>
                </a:lnTo>
                <a:close/>
              </a:path>
            </a:pathLst>
          </a:custGeom>
          <a:blipFill>
            <a:blip r:embed="rId2">
              <a:alphaModFix amt="60000"/>
              <a:extLst>
                <a:ext uri="{28A0092B-C50C-407E-A947-70E740481C1C}">
                  <a14:useLocalDpi xmlns:a14="http://schemas.microsoft.com/office/drawing/2010/main" val="0"/>
                </a:ext>
              </a:extLst>
            </a:blip>
            <a:srcRect/>
            <a:stretch>
              <a:fillRect t="-94491" b="-49353"/>
            </a:stretch>
          </a:blipFill>
        </p:spPr>
        <p:txBody>
          <a:bodyPr wrap="square">
            <a:noAutofit/>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EE71176D-6F59-6E6F-1B64-88FAB9F6DCC5}"/>
              </a:ext>
            </a:extLst>
          </p:cNvPr>
          <p:cNvSpPr>
            <a:spLocks noGrp="1"/>
          </p:cNvSpPr>
          <p:nvPr>
            <p:ph type="ftr" sz="quarter" idx="16"/>
          </p:nvPr>
        </p:nvSpPr>
        <p:spPr/>
        <p:txBody>
          <a:bodyPr/>
          <a:lstStyle/>
          <a:p>
            <a:r>
              <a:rPr lang="en-US"/>
              <a:t>Presentation title</a:t>
            </a:r>
            <a:endParaRPr lang="en-US" dirty="0"/>
          </a:p>
        </p:txBody>
      </p:sp>
      <p:sp>
        <p:nvSpPr>
          <p:cNvPr id="3" name="Date Placeholder 2">
            <a:extLst>
              <a:ext uri="{FF2B5EF4-FFF2-40B4-BE49-F238E27FC236}">
                <a16:creationId xmlns:a16="http://schemas.microsoft.com/office/drawing/2014/main" id="{21D15A84-35DF-61C1-E0CD-9C9F5E85A15C}"/>
              </a:ext>
            </a:extLst>
          </p:cNvPr>
          <p:cNvSpPr>
            <a:spLocks noGrp="1"/>
          </p:cNvSpPr>
          <p:nvPr>
            <p:ph type="dt" sz="half" idx="15"/>
          </p:nvPr>
        </p:nvSpPr>
        <p:spPr/>
        <p:txBody>
          <a:bodyPr/>
          <a:lstStyle/>
          <a:p>
            <a:endParaRPr lang="en-US" dirty="0"/>
          </a:p>
        </p:txBody>
      </p:sp>
      <p:sp>
        <p:nvSpPr>
          <p:cNvPr id="6" name="Slide Number Placeholder 5">
            <a:extLst>
              <a:ext uri="{FF2B5EF4-FFF2-40B4-BE49-F238E27FC236}">
                <a16:creationId xmlns:a16="http://schemas.microsoft.com/office/drawing/2014/main" id="{D30D8B36-4FE1-E52B-160B-145190055FA9}"/>
              </a:ext>
            </a:extLst>
          </p:cNvPr>
          <p:cNvSpPr>
            <a:spLocks noGrp="1"/>
          </p:cNvSpPr>
          <p:nvPr>
            <p:ph type="sldNum" sz="quarter" idx="17"/>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36477738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ntent with Picture 10">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6B949F66-F66B-FD13-D580-BAAF491A9580}"/>
              </a:ext>
            </a:extLst>
          </p:cNvPr>
          <p:cNvSpPr>
            <a:spLocks noGrp="1"/>
          </p:cNvSpPr>
          <p:nvPr>
            <p:ph type="title"/>
          </p:nvPr>
        </p:nvSpPr>
        <p:spPr>
          <a:xfrm>
            <a:off x="678871" y="685800"/>
            <a:ext cx="10827330" cy="985966"/>
          </a:xfrm>
        </p:spPr>
        <p:txBody>
          <a:bodyPr anchor="t"/>
          <a:lstStyle/>
          <a:p>
            <a:r>
              <a:rPr lang="en-US"/>
              <a:t>Click to edit Master title style</a:t>
            </a:r>
          </a:p>
        </p:txBody>
      </p:sp>
      <p:sp>
        <p:nvSpPr>
          <p:cNvPr id="12" name="Picture Placeholder 11">
            <a:extLst>
              <a:ext uri="{FF2B5EF4-FFF2-40B4-BE49-F238E27FC236}">
                <a16:creationId xmlns:a16="http://schemas.microsoft.com/office/drawing/2014/main" id="{96F64025-FA05-CC42-8294-F944BC95DD00}"/>
              </a:ext>
            </a:extLst>
          </p:cNvPr>
          <p:cNvSpPr>
            <a:spLocks noGrp="1"/>
          </p:cNvSpPr>
          <p:nvPr>
            <p:ph type="pic" sz="quarter" idx="13" hasCustomPrompt="1"/>
          </p:nvPr>
        </p:nvSpPr>
        <p:spPr>
          <a:xfrm>
            <a:off x="678871" y="1830774"/>
            <a:ext cx="6560129" cy="4332284"/>
          </a:xfrm>
          <a:custGeom>
            <a:avLst/>
            <a:gdLst>
              <a:gd name="connsiteX0" fmla="*/ 0 w 6460672"/>
              <a:gd name="connsiteY0" fmla="*/ 0 h 5029200"/>
              <a:gd name="connsiteX1" fmla="*/ 6460672 w 6460672"/>
              <a:gd name="connsiteY1" fmla="*/ 0 h 5029200"/>
              <a:gd name="connsiteX2" fmla="*/ 6460672 w 6460672"/>
              <a:gd name="connsiteY2" fmla="*/ 5029200 h 5029200"/>
              <a:gd name="connsiteX3" fmla="*/ 0 w 6460672"/>
              <a:gd name="connsiteY3" fmla="*/ 5029200 h 5029200"/>
            </a:gdLst>
            <a:ahLst/>
            <a:cxnLst>
              <a:cxn ang="0">
                <a:pos x="connsiteX0" y="connsiteY0"/>
              </a:cxn>
              <a:cxn ang="0">
                <a:pos x="connsiteX1" y="connsiteY1"/>
              </a:cxn>
              <a:cxn ang="0">
                <a:pos x="connsiteX2" y="connsiteY2"/>
              </a:cxn>
              <a:cxn ang="0">
                <a:pos x="connsiteX3" y="connsiteY3"/>
              </a:cxn>
            </a:cxnLst>
            <a:rect l="l" t="t" r="r" b="b"/>
            <a:pathLst>
              <a:path w="6460672" h="5029200">
                <a:moveTo>
                  <a:pt x="0" y="0"/>
                </a:moveTo>
                <a:lnTo>
                  <a:pt x="6460672" y="0"/>
                </a:lnTo>
                <a:lnTo>
                  <a:pt x="6460672" y="5029200"/>
                </a:lnTo>
                <a:lnTo>
                  <a:pt x="0" y="5029200"/>
                </a:lnTo>
                <a:close/>
              </a:path>
            </a:pathLst>
          </a:custGeom>
          <a:blipFill>
            <a:blip r:embed="rId2">
              <a:alphaModFix amt="60000"/>
              <a:extLst>
                <a:ext uri="{28A0092B-C50C-407E-A947-70E740481C1C}">
                  <a14:useLocalDpi xmlns:a14="http://schemas.microsoft.com/office/drawing/2010/main" val="0"/>
                </a:ext>
              </a:extLst>
            </a:blip>
            <a:srcRect/>
            <a:stretch>
              <a:fillRect l="-8731" r="-8731"/>
            </a:stretch>
          </a:blipFill>
        </p:spPr>
        <p:txBody>
          <a:bodyPr vert="horz" wrap="square" lIns="91440" tIns="45720" rIns="91440" bIns="45720" rtlCol="0">
            <a:noAutofit/>
          </a:bodyPr>
          <a:lstStyle>
            <a:lvl1pPr>
              <a:defRPr lang="en-US" dirty="0"/>
            </a:lvl1pPr>
          </a:lstStyle>
          <a:p>
            <a:pPr marL="0" lvl="0" indent="0">
              <a:buNone/>
            </a:pPr>
            <a:r>
              <a:rPr lang="en-US" dirty="0"/>
              <a:t>   </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7848599" y="1830773"/>
            <a:ext cx="3657601" cy="43322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6F9C74D3-4953-87AB-DEFD-DAE552B32F2A}"/>
              </a:ext>
            </a:extLst>
          </p:cNvPr>
          <p:cNvSpPr>
            <a:spLocks noGrp="1"/>
          </p:cNvSpPr>
          <p:nvPr>
            <p:ph type="ftr" sz="quarter" idx="16"/>
          </p:nvPr>
        </p:nvSpPr>
        <p:spPr/>
        <p:txBody>
          <a:bodyPr/>
          <a:lstStyle/>
          <a:p>
            <a:r>
              <a:rPr lang="en-US"/>
              <a:t>Presentation title</a:t>
            </a:r>
            <a:endParaRPr lang="en-US" dirty="0"/>
          </a:p>
        </p:txBody>
      </p:sp>
      <p:sp>
        <p:nvSpPr>
          <p:cNvPr id="5" name="Date Placeholder 4">
            <a:extLst>
              <a:ext uri="{FF2B5EF4-FFF2-40B4-BE49-F238E27FC236}">
                <a16:creationId xmlns:a16="http://schemas.microsoft.com/office/drawing/2014/main" id="{33B4D3FF-FC3B-DF81-D68A-C24A7A51E7F8}"/>
              </a:ext>
            </a:extLst>
          </p:cNvPr>
          <p:cNvSpPr>
            <a:spLocks noGrp="1"/>
          </p:cNvSpPr>
          <p:nvPr>
            <p:ph type="dt" sz="half" idx="15"/>
          </p:nvPr>
        </p:nvSpPr>
        <p:spPr/>
        <p:txBody>
          <a:bodyPr/>
          <a:lstStyle/>
          <a:p>
            <a:endParaRPr lang="en-US" dirty="0"/>
          </a:p>
        </p:txBody>
      </p:sp>
      <p:sp>
        <p:nvSpPr>
          <p:cNvPr id="7" name="Slide Number Placeholder 6">
            <a:extLst>
              <a:ext uri="{FF2B5EF4-FFF2-40B4-BE49-F238E27FC236}">
                <a16:creationId xmlns:a16="http://schemas.microsoft.com/office/drawing/2014/main" id="{E0B1B140-6B27-A9E5-686F-E0A1260B1319}"/>
              </a:ext>
            </a:extLst>
          </p:cNvPr>
          <p:cNvSpPr>
            <a:spLocks noGrp="1"/>
          </p:cNvSpPr>
          <p:nvPr>
            <p:ph type="sldNum" sz="quarter" idx="17"/>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152047889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ntent with Picture 11">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6B949F66-F66B-FD13-D580-BAAF491A9580}"/>
              </a:ext>
            </a:extLst>
          </p:cNvPr>
          <p:cNvSpPr>
            <a:spLocks noGrp="1"/>
          </p:cNvSpPr>
          <p:nvPr>
            <p:ph type="title"/>
          </p:nvPr>
        </p:nvSpPr>
        <p:spPr>
          <a:xfrm>
            <a:off x="678871" y="685800"/>
            <a:ext cx="10827330" cy="985966"/>
          </a:xfrm>
        </p:spPr>
        <p:txBody>
          <a:bodyPr anchor="t"/>
          <a:lstStyle/>
          <a:p>
            <a:r>
              <a:rPr lang="en-US"/>
              <a:t>Click to edit Master title style</a:t>
            </a:r>
          </a:p>
        </p:txBody>
      </p:sp>
      <p:sp>
        <p:nvSpPr>
          <p:cNvPr id="12" name="Picture Placeholder 11">
            <a:extLst>
              <a:ext uri="{FF2B5EF4-FFF2-40B4-BE49-F238E27FC236}">
                <a16:creationId xmlns:a16="http://schemas.microsoft.com/office/drawing/2014/main" id="{96F64025-FA05-CC42-8294-F944BC95DD00}"/>
              </a:ext>
            </a:extLst>
          </p:cNvPr>
          <p:cNvSpPr>
            <a:spLocks noGrp="1"/>
          </p:cNvSpPr>
          <p:nvPr>
            <p:ph type="pic" sz="quarter" idx="13" hasCustomPrompt="1"/>
          </p:nvPr>
        </p:nvSpPr>
        <p:spPr>
          <a:xfrm>
            <a:off x="678871" y="1830774"/>
            <a:ext cx="5112329" cy="4332284"/>
          </a:xfrm>
          <a:custGeom>
            <a:avLst/>
            <a:gdLst>
              <a:gd name="connsiteX0" fmla="*/ 0 w 6460672"/>
              <a:gd name="connsiteY0" fmla="*/ 0 h 5029200"/>
              <a:gd name="connsiteX1" fmla="*/ 6460672 w 6460672"/>
              <a:gd name="connsiteY1" fmla="*/ 0 h 5029200"/>
              <a:gd name="connsiteX2" fmla="*/ 6460672 w 6460672"/>
              <a:gd name="connsiteY2" fmla="*/ 5029200 h 5029200"/>
              <a:gd name="connsiteX3" fmla="*/ 0 w 6460672"/>
              <a:gd name="connsiteY3" fmla="*/ 5029200 h 5029200"/>
            </a:gdLst>
            <a:ahLst/>
            <a:cxnLst>
              <a:cxn ang="0">
                <a:pos x="connsiteX0" y="connsiteY0"/>
              </a:cxn>
              <a:cxn ang="0">
                <a:pos x="connsiteX1" y="connsiteY1"/>
              </a:cxn>
              <a:cxn ang="0">
                <a:pos x="connsiteX2" y="connsiteY2"/>
              </a:cxn>
              <a:cxn ang="0">
                <a:pos x="connsiteX3" y="connsiteY3"/>
              </a:cxn>
            </a:cxnLst>
            <a:rect l="l" t="t" r="r" b="b"/>
            <a:pathLst>
              <a:path w="6460672" h="5029200">
                <a:moveTo>
                  <a:pt x="0" y="0"/>
                </a:moveTo>
                <a:lnTo>
                  <a:pt x="6460672" y="0"/>
                </a:lnTo>
                <a:lnTo>
                  <a:pt x="6460672" y="5029200"/>
                </a:lnTo>
                <a:lnTo>
                  <a:pt x="0" y="5029200"/>
                </a:lnTo>
                <a:close/>
              </a:path>
            </a:pathLst>
          </a:custGeom>
          <a:blipFill>
            <a:blip r:embed="rId2">
              <a:alphaModFix amt="60000"/>
              <a:extLst>
                <a:ext uri="{28A0092B-C50C-407E-A947-70E740481C1C}">
                  <a14:useLocalDpi xmlns:a14="http://schemas.microsoft.com/office/drawing/2010/main" val="0"/>
                </a:ext>
              </a:extLst>
            </a:blip>
            <a:srcRect/>
            <a:stretch>
              <a:fillRect l="-25363" r="-25363"/>
            </a:stretch>
          </a:blipFill>
        </p:spPr>
        <p:txBody>
          <a:bodyPr vert="horz" wrap="square" lIns="91440" tIns="45720" rIns="91440" bIns="45720" rtlCol="0">
            <a:noAutofit/>
          </a:bodyPr>
          <a:lstStyle>
            <a:lvl1pPr>
              <a:defRPr lang="en-US" dirty="0"/>
            </a:lvl1pPr>
          </a:lstStyle>
          <a:p>
            <a:pPr marL="0" lvl="0" indent="0">
              <a:buNone/>
            </a:pPr>
            <a:r>
              <a:rPr lang="en-US" dirty="0"/>
              <a:t>   </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362821" y="1830773"/>
            <a:ext cx="5143379" cy="43322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EA4CDA6C-1820-A056-2B4A-240B4D831E43}"/>
              </a:ext>
            </a:extLst>
          </p:cNvPr>
          <p:cNvSpPr>
            <a:spLocks noGrp="1"/>
          </p:cNvSpPr>
          <p:nvPr>
            <p:ph type="ftr" sz="quarter" idx="16"/>
          </p:nvPr>
        </p:nvSpPr>
        <p:spPr/>
        <p:txBody>
          <a:bodyPr/>
          <a:lstStyle/>
          <a:p>
            <a:r>
              <a:rPr lang="en-US"/>
              <a:t>Presentation title</a:t>
            </a:r>
            <a:endParaRPr lang="en-US" dirty="0"/>
          </a:p>
        </p:txBody>
      </p:sp>
      <p:sp>
        <p:nvSpPr>
          <p:cNvPr id="5" name="Date Placeholder 4">
            <a:extLst>
              <a:ext uri="{FF2B5EF4-FFF2-40B4-BE49-F238E27FC236}">
                <a16:creationId xmlns:a16="http://schemas.microsoft.com/office/drawing/2014/main" id="{1E93D0EB-A6DA-C46E-D18F-B61C44EF0422}"/>
              </a:ext>
            </a:extLst>
          </p:cNvPr>
          <p:cNvSpPr>
            <a:spLocks noGrp="1"/>
          </p:cNvSpPr>
          <p:nvPr>
            <p:ph type="dt" sz="half" idx="15"/>
          </p:nvPr>
        </p:nvSpPr>
        <p:spPr/>
        <p:txBody>
          <a:bodyPr/>
          <a:lstStyle/>
          <a:p>
            <a:endParaRPr lang="en-US" dirty="0"/>
          </a:p>
        </p:txBody>
      </p:sp>
      <p:sp>
        <p:nvSpPr>
          <p:cNvPr id="7" name="Slide Number Placeholder 6">
            <a:extLst>
              <a:ext uri="{FF2B5EF4-FFF2-40B4-BE49-F238E27FC236}">
                <a16:creationId xmlns:a16="http://schemas.microsoft.com/office/drawing/2014/main" id="{86BB683A-634D-19CA-3758-07887799DC40}"/>
              </a:ext>
            </a:extLst>
          </p:cNvPr>
          <p:cNvSpPr>
            <a:spLocks noGrp="1"/>
          </p:cNvSpPr>
          <p:nvPr>
            <p:ph type="sldNum" sz="quarter" idx="17"/>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96962765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ntent with Picture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78871" y="685800"/>
            <a:ext cx="4274130" cy="1269482"/>
          </a:xfrm>
        </p:spPr>
        <p:txBody>
          <a:bodyPr anchor="t">
            <a:normAutofit/>
          </a:bodyPr>
          <a:lstStyle>
            <a:lvl1pPr>
              <a:defRPr sz="28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78871" y="2173850"/>
            <a:ext cx="4274130" cy="3963682"/>
          </a:xfrm>
          <a:blipFill>
            <a:blip r:embed="rId2">
              <a:alphaModFix amt="60000"/>
              <a:extLst>
                <a:ext uri="{28A0092B-C50C-407E-A947-70E740481C1C}">
                  <a14:useLocalDpi xmlns:a14="http://schemas.microsoft.com/office/drawing/2010/main" val="0"/>
                </a:ext>
              </a:extLst>
            </a:blip>
            <a:srcRect/>
            <a:stretch>
              <a:fillRect l="-32473" r="-32473"/>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5573333" y="685800"/>
            <a:ext cx="5932867" cy="54772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31D79C85-F436-B8CC-25B1-1484A2E6D9E5}"/>
              </a:ext>
            </a:extLst>
          </p:cNvPr>
          <p:cNvSpPr>
            <a:spLocks noGrp="1"/>
          </p:cNvSpPr>
          <p:nvPr>
            <p:ph type="ftr" sz="quarter" idx="16"/>
          </p:nvPr>
        </p:nvSpPr>
        <p:spPr/>
        <p:txBody>
          <a:bodyPr/>
          <a:lstStyle/>
          <a:p>
            <a:r>
              <a:rPr lang="en-US"/>
              <a:t>Presentation title</a:t>
            </a:r>
            <a:endParaRPr lang="en-US" dirty="0"/>
          </a:p>
        </p:txBody>
      </p:sp>
      <p:sp>
        <p:nvSpPr>
          <p:cNvPr id="3" name="Date Placeholder 2">
            <a:extLst>
              <a:ext uri="{FF2B5EF4-FFF2-40B4-BE49-F238E27FC236}">
                <a16:creationId xmlns:a16="http://schemas.microsoft.com/office/drawing/2014/main" id="{370E5895-9C3C-E2ED-0696-017C51EB8F17}"/>
              </a:ext>
            </a:extLst>
          </p:cNvPr>
          <p:cNvSpPr>
            <a:spLocks noGrp="1"/>
          </p:cNvSpPr>
          <p:nvPr>
            <p:ph type="dt" sz="half" idx="15"/>
          </p:nvPr>
        </p:nvSpPr>
        <p:spPr/>
        <p:txBody>
          <a:bodyPr/>
          <a:lstStyle/>
          <a:p>
            <a:endParaRPr lang="en-US" dirty="0"/>
          </a:p>
        </p:txBody>
      </p:sp>
      <p:sp>
        <p:nvSpPr>
          <p:cNvPr id="5" name="Slide Number Placeholder 4">
            <a:extLst>
              <a:ext uri="{FF2B5EF4-FFF2-40B4-BE49-F238E27FC236}">
                <a16:creationId xmlns:a16="http://schemas.microsoft.com/office/drawing/2014/main" id="{96110E32-BBC0-38C8-4A92-51464FFB2E45}"/>
              </a:ext>
            </a:extLst>
          </p:cNvPr>
          <p:cNvSpPr>
            <a:spLocks noGrp="1"/>
          </p:cNvSpPr>
          <p:nvPr>
            <p:ph type="sldNum" sz="quarter" idx="17"/>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150139813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ntent with Picture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781763" y="687493"/>
            <a:ext cx="6724438" cy="1446108"/>
          </a:xfrm>
        </p:spPr>
        <p:txBody>
          <a:bodyPr anchor="t"/>
          <a:lstStyle/>
          <a:p>
            <a:r>
              <a:rPr lang="en-US"/>
              <a:t>Click to edit Master title style</a:t>
            </a:r>
          </a:p>
        </p:txBody>
      </p:sp>
      <p:sp>
        <p:nvSpPr>
          <p:cNvPr id="10" name="Picture Placeholder 9">
            <a:extLst>
              <a:ext uri="{FF2B5EF4-FFF2-40B4-BE49-F238E27FC236}">
                <a16:creationId xmlns:a16="http://schemas.microsoft.com/office/drawing/2014/main" id="{3CA946DA-5AE8-39E2-3ADD-B8F06308C1C6}"/>
              </a:ext>
            </a:extLst>
          </p:cNvPr>
          <p:cNvSpPr>
            <a:spLocks noGrp="1"/>
          </p:cNvSpPr>
          <p:nvPr>
            <p:ph type="pic" sz="quarter" idx="13" hasCustomPrompt="1"/>
          </p:nvPr>
        </p:nvSpPr>
        <p:spPr>
          <a:xfrm>
            <a:off x="678871" y="687492"/>
            <a:ext cx="3435929" cy="5483016"/>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a:blip r:embed="rId2">
              <a:alphaModFix amt="60000"/>
              <a:extLst>
                <a:ext uri="{28A0092B-C50C-407E-A947-70E740481C1C}">
                  <a14:useLocalDpi xmlns:a14="http://schemas.microsoft.com/office/drawing/2010/main" val="0"/>
                </a:ext>
              </a:extLst>
            </a:blip>
            <a:srcRect/>
            <a:stretch>
              <a:fillRect l="-91918" r="-91918"/>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4783374" y="2419354"/>
            <a:ext cx="6714213" cy="3743702"/>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4D434C21-9AE9-F631-7C47-0FF6C5942762}"/>
              </a:ext>
            </a:extLst>
          </p:cNvPr>
          <p:cNvSpPr>
            <a:spLocks noGrp="1"/>
          </p:cNvSpPr>
          <p:nvPr>
            <p:ph type="ftr" sz="quarter" idx="16"/>
          </p:nvPr>
        </p:nvSpPr>
        <p:spPr/>
        <p:txBody>
          <a:bodyPr/>
          <a:lstStyle/>
          <a:p>
            <a:r>
              <a:rPr lang="en-US"/>
              <a:t>Presentation title</a:t>
            </a:r>
            <a:endParaRPr lang="en-US" dirty="0"/>
          </a:p>
        </p:txBody>
      </p:sp>
      <p:sp>
        <p:nvSpPr>
          <p:cNvPr id="3" name="Date Placeholder 2">
            <a:extLst>
              <a:ext uri="{FF2B5EF4-FFF2-40B4-BE49-F238E27FC236}">
                <a16:creationId xmlns:a16="http://schemas.microsoft.com/office/drawing/2014/main" id="{13D4C698-492C-2FAD-95DB-969CC69A6005}"/>
              </a:ext>
            </a:extLst>
          </p:cNvPr>
          <p:cNvSpPr>
            <a:spLocks noGrp="1"/>
          </p:cNvSpPr>
          <p:nvPr>
            <p:ph type="dt" sz="half" idx="15"/>
          </p:nvPr>
        </p:nvSpPr>
        <p:spPr/>
        <p:txBody>
          <a:bodyPr/>
          <a:lstStyle/>
          <a:p>
            <a:endParaRPr lang="en-US" dirty="0"/>
          </a:p>
        </p:txBody>
      </p:sp>
      <p:sp>
        <p:nvSpPr>
          <p:cNvPr id="9" name="Slide Number Placeholder 8">
            <a:extLst>
              <a:ext uri="{FF2B5EF4-FFF2-40B4-BE49-F238E27FC236}">
                <a16:creationId xmlns:a16="http://schemas.microsoft.com/office/drawing/2014/main" id="{85539C1F-4C6E-483B-915F-317EFA8BE922}"/>
              </a:ext>
            </a:extLst>
          </p:cNvPr>
          <p:cNvSpPr>
            <a:spLocks noGrp="1"/>
          </p:cNvSpPr>
          <p:nvPr>
            <p:ph type="sldNum" sz="quarter" idx="17"/>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65004349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ntent with Picture 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76275" y="687493"/>
            <a:ext cx="7379174" cy="1446108"/>
          </a:xfrm>
        </p:spPr>
        <p:txBody>
          <a:bodyPr anchor="t"/>
          <a:lstStyle/>
          <a:p>
            <a:r>
              <a:rPr lang="en-US"/>
              <a:t>Click to edit Master title style</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678871" y="2419354"/>
            <a:ext cx="7367953" cy="3743702"/>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9">
            <a:extLst>
              <a:ext uri="{FF2B5EF4-FFF2-40B4-BE49-F238E27FC236}">
                <a16:creationId xmlns:a16="http://schemas.microsoft.com/office/drawing/2014/main" id="{3CA946DA-5AE8-39E2-3ADD-B8F06308C1C6}"/>
              </a:ext>
            </a:extLst>
          </p:cNvPr>
          <p:cNvSpPr>
            <a:spLocks noGrp="1"/>
          </p:cNvSpPr>
          <p:nvPr>
            <p:ph type="pic" sz="quarter" idx="13" hasCustomPrompt="1"/>
          </p:nvPr>
        </p:nvSpPr>
        <p:spPr>
          <a:xfrm>
            <a:off x="8724022" y="687492"/>
            <a:ext cx="2789107" cy="5483016"/>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a:blip r:embed="rId2">
              <a:alphaModFix amt="60000"/>
              <a:extLst>
                <a:ext uri="{28A0092B-C50C-407E-A947-70E740481C1C}">
                  <a14:useLocalDpi xmlns:a14="http://schemas.microsoft.com/office/drawing/2010/main" val="0"/>
                </a:ext>
              </a:extLst>
            </a:blip>
            <a:srcRect/>
            <a:stretch>
              <a:fillRect l="-124830" r="-124830"/>
            </a:stretch>
          </a:blipFill>
        </p:spPr>
        <p:txBody>
          <a:bodyPr wrap="square">
            <a:noAutofit/>
          </a:bodyPr>
          <a:lstStyle>
            <a:lvl1pPr marL="0" indent="0">
              <a:buNone/>
              <a:defRPr/>
            </a:lvl1pPr>
          </a:lstStyle>
          <a:p>
            <a:r>
              <a:rPr lang="en-US" dirty="0"/>
              <a:t>   </a:t>
            </a:r>
          </a:p>
        </p:txBody>
      </p:sp>
      <p:sp>
        <p:nvSpPr>
          <p:cNvPr id="4" name="Footer Placeholder 3">
            <a:extLst>
              <a:ext uri="{FF2B5EF4-FFF2-40B4-BE49-F238E27FC236}">
                <a16:creationId xmlns:a16="http://schemas.microsoft.com/office/drawing/2014/main" id="{DA01B279-14F8-811B-68AF-FDEBF89CFB1F}"/>
              </a:ext>
            </a:extLst>
          </p:cNvPr>
          <p:cNvSpPr>
            <a:spLocks noGrp="1"/>
          </p:cNvSpPr>
          <p:nvPr>
            <p:ph type="ftr" sz="quarter" idx="16"/>
          </p:nvPr>
        </p:nvSpPr>
        <p:spPr/>
        <p:txBody>
          <a:bodyPr/>
          <a:lstStyle/>
          <a:p>
            <a:r>
              <a:rPr lang="en-US"/>
              <a:t>Presentation title</a:t>
            </a:r>
            <a:endParaRPr lang="en-US" dirty="0"/>
          </a:p>
        </p:txBody>
      </p:sp>
      <p:sp>
        <p:nvSpPr>
          <p:cNvPr id="3" name="Date Placeholder 2">
            <a:extLst>
              <a:ext uri="{FF2B5EF4-FFF2-40B4-BE49-F238E27FC236}">
                <a16:creationId xmlns:a16="http://schemas.microsoft.com/office/drawing/2014/main" id="{72087AEB-2562-14F9-A50E-AD7A31F76ADF}"/>
              </a:ext>
            </a:extLst>
          </p:cNvPr>
          <p:cNvSpPr>
            <a:spLocks noGrp="1"/>
          </p:cNvSpPr>
          <p:nvPr>
            <p:ph type="dt" sz="half" idx="15"/>
          </p:nvPr>
        </p:nvSpPr>
        <p:spPr/>
        <p:txBody>
          <a:bodyPr/>
          <a:lstStyle/>
          <a:p>
            <a:endParaRPr lang="en-US" dirty="0"/>
          </a:p>
        </p:txBody>
      </p:sp>
      <p:sp>
        <p:nvSpPr>
          <p:cNvPr id="9" name="Slide Number Placeholder 8">
            <a:extLst>
              <a:ext uri="{FF2B5EF4-FFF2-40B4-BE49-F238E27FC236}">
                <a16:creationId xmlns:a16="http://schemas.microsoft.com/office/drawing/2014/main" id="{D8BBF552-6277-D4E7-9B98-D4080873F748}"/>
              </a:ext>
            </a:extLst>
          </p:cNvPr>
          <p:cNvSpPr>
            <a:spLocks noGrp="1"/>
          </p:cNvSpPr>
          <p:nvPr>
            <p:ph type="sldNum" sz="quarter" idx="17"/>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160189035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Content with Picture 15">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5B3EC321-CEEB-C816-CF10-03F0A527D569}"/>
              </a:ext>
            </a:extLst>
          </p:cNvPr>
          <p:cNvSpPr>
            <a:spLocks noGrp="1"/>
          </p:cNvSpPr>
          <p:nvPr>
            <p:ph type="title"/>
          </p:nvPr>
        </p:nvSpPr>
        <p:spPr>
          <a:xfrm>
            <a:off x="3754218" y="687493"/>
            <a:ext cx="7758911" cy="988908"/>
          </a:xfrm>
        </p:spPr>
        <p:txBody>
          <a:bodyPr anchor="t"/>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87494" y="687492"/>
            <a:ext cx="2360507" cy="5483016"/>
          </a:xfrm>
          <a:blipFill>
            <a:blip r:embed="rId2">
              <a:alphaModFix amt="60000"/>
              <a:extLst>
                <a:ext uri="{28A0092B-C50C-407E-A947-70E740481C1C}">
                  <a14:useLocalDpi xmlns:a14="http://schemas.microsoft.com/office/drawing/2010/main" val="0"/>
                </a:ext>
              </a:extLst>
            </a:blip>
            <a:srcRect/>
            <a:stretch>
              <a:fillRect l="-156574" r="-156574"/>
            </a:stretch>
          </a:blipFill>
        </p:spPr>
        <p:txBody>
          <a:bodyPr/>
          <a:lstStyle>
            <a:lvl1pPr marL="0" indent="0">
              <a:buNone/>
              <a:defRPr/>
            </a:lvl1pPr>
          </a:lstStyle>
          <a:p>
            <a:r>
              <a:rPr lang="en-US" dirty="0"/>
              <a:t>   </a:t>
            </a:r>
          </a:p>
        </p:txBody>
      </p:sp>
      <p:sp>
        <p:nvSpPr>
          <p:cNvPr id="12" name="Content Placeholder 7">
            <a:extLst>
              <a:ext uri="{FF2B5EF4-FFF2-40B4-BE49-F238E27FC236}">
                <a16:creationId xmlns:a16="http://schemas.microsoft.com/office/drawing/2014/main" id="{0F80EB41-3C35-A1B2-916F-477D2FDBA78F}"/>
              </a:ext>
            </a:extLst>
          </p:cNvPr>
          <p:cNvSpPr>
            <a:spLocks noGrp="1"/>
          </p:cNvSpPr>
          <p:nvPr>
            <p:ph sz="quarter" idx="14"/>
          </p:nvPr>
        </p:nvSpPr>
        <p:spPr>
          <a:xfrm>
            <a:off x="3754218" y="1953528"/>
            <a:ext cx="7750288" cy="4209527"/>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2">
            <a:extLst>
              <a:ext uri="{FF2B5EF4-FFF2-40B4-BE49-F238E27FC236}">
                <a16:creationId xmlns:a16="http://schemas.microsoft.com/office/drawing/2014/main" id="{FB734294-24E0-2032-5C49-55BAB969D42C}"/>
              </a:ext>
            </a:extLst>
          </p:cNvPr>
          <p:cNvSpPr>
            <a:spLocks noGrp="1"/>
          </p:cNvSpPr>
          <p:nvPr>
            <p:ph type="ftr" sz="quarter" idx="16"/>
          </p:nvPr>
        </p:nvSpPr>
        <p:spPr/>
        <p:txBody>
          <a:bodyPr/>
          <a:lstStyle/>
          <a:p>
            <a:r>
              <a:rPr lang="en-US"/>
              <a:t>Presentation title</a:t>
            </a:r>
            <a:endParaRPr lang="en-US" dirty="0"/>
          </a:p>
        </p:txBody>
      </p:sp>
      <p:sp>
        <p:nvSpPr>
          <p:cNvPr id="2" name="Date Placeholder 1">
            <a:extLst>
              <a:ext uri="{FF2B5EF4-FFF2-40B4-BE49-F238E27FC236}">
                <a16:creationId xmlns:a16="http://schemas.microsoft.com/office/drawing/2014/main" id="{4B22AC9E-77BC-1AD2-8EB8-923CDF4BBE01}"/>
              </a:ext>
            </a:extLst>
          </p:cNvPr>
          <p:cNvSpPr>
            <a:spLocks noGrp="1"/>
          </p:cNvSpPr>
          <p:nvPr>
            <p:ph type="dt" sz="half" idx="15"/>
          </p:nvPr>
        </p:nvSpPr>
        <p:spPr/>
        <p:txBody>
          <a:bodyPr/>
          <a:lstStyle/>
          <a:p>
            <a:endParaRPr lang="en-US" dirty="0"/>
          </a:p>
        </p:txBody>
      </p:sp>
      <p:sp>
        <p:nvSpPr>
          <p:cNvPr id="4" name="Slide Number Placeholder 3">
            <a:extLst>
              <a:ext uri="{FF2B5EF4-FFF2-40B4-BE49-F238E27FC236}">
                <a16:creationId xmlns:a16="http://schemas.microsoft.com/office/drawing/2014/main" id="{5A2A8A83-D457-8B0A-7A32-F95024D8D586}"/>
              </a:ext>
            </a:extLst>
          </p:cNvPr>
          <p:cNvSpPr>
            <a:spLocks noGrp="1"/>
          </p:cNvSpPr>
          <p:nvPr>
            <p:ph type="sldNum" sz="quarter" idx="17"/>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342057886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ontent with Picture 16">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5B3EC321-CEEB-C816-CF10-03F0A527D569}"/>
              </a:ext>
            </a:extLst>
          </p:cNvPr>
          <p:cNvSpPr>
            <a:spLocks noGrp="1"/>
          </p:cNvSpPr>
          <p:nvPr>
            <p:ph type="title"/>
          </p:nvPr>
        </p:nvSpPr>
        <p:spPr>
          <a:xfrm>
            <a:off x="678131" y="687493"/>
            <a:ext cx="8424453" cy="988908"/>
          </a:xfrm>
        </p:spPr>
        <p:txBody>
          <a:bodyPr anchor="t"/>
          <a:lstStyle/>
          <a:p>
            <a:r>
              <a:rPr lang="en-US"/>
              <a:t>Click to edit Master title style</a:t>
            </a:r>
          </a:p>
        </p:txBody>
      </p:sp>
      <p:sp>
        <p:nvSpPr>
          <p:cNvPr id="12" name="Content Placeholder 7">
            <a:extLst>
              <a:ext uri="{FF2B5EF4-FFF2-40B4-BE49-F238E27FC236}">
                <a16:creationId xmlns:a16="http://schemas.microsoft.com/office/drawing/2014/main" id="{0F80EB41-3C35-A1B2-916F-477D2FDBA78F}"/>
              </a:ext>
            </a:extLst>
          </p:cNvPr>
          <p:cNvSpPr>
            <a:spLocks noGrp="1"/>
          </p:cNvSpPr>
          <p:nvPr>
            <p:ph sz="quarter" idx="14"/>
          </p:nvPr>
        </p:nvSpPr>
        <p:spPr>
          <a:xfrm>
            <a:off x="678871" y="1953528"/>
            <a:ext cx="8415090" cy="4209527"/>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9769355" y="687492"/>
            <a:ext cx="1722308" cy="5483016"/>
          </a:xfrm>
          <a:blipFill>
            <a:blip r:embed="rId2">
              <a:alphaModFix amt="60000"/>
              <a:extLst>
                <a:ext uri="{28A0092B-C50C-407E-A947-70E740481C1C}">
                  <a14:useLocalDpi xmlns:a14="http://schemas.microsoft.com/office/drawing/2010/main" val="0"/>
                </a:ext>
              </a:extLst>
            </a:blip>
            <a:srcRect/>
            <a:stretch>
              <a:fillRect l="-233120" r="-233120"/>
            </a:stretch>
          </a:blipFill>
        </p:spPr>
        <p:txBody>
          <a:bodyPr/>
          <a:lstStyle>
            <a:lvl1pPr marL="0" indent="0">
              <a:buNone/>
              <a:defRPr/>
            </a:lvl1pPr>
          </a:lstStyle>
          <a:p>
            <a:r>
              <a:rPr lang="en-US" dirty="0"/>
              <a:t>   </a:t>
            </a:r>
          </a:p>
        </p:txBody>
      </p:sp>
      <p:sp>
        <p:nvSpPr>
          <p:cNvPr id="3" name="Footer Placeholder 2">
            <a:extLst>
              <a:ext uri="{FF2B5EF4-FFF2-40B4-BE49-F238E27FC236}">
                <a16:creationId xmlns:a16="http://schemas.microsoft.com/office/drawing/2014/main" id="{6963ABC3-6B6D-93A5-5D5C-31E2D53D3F40}"/>
              </a:ext>
            </a:extLst>
          </p:cNvPr>
          <p:cNvSpPr>
            <a:spLocks noGrp="1"/>
          </p:cNvSpPr>
          <p:nvPr>
            <p:ph type="ftr" sz="quarter" idx="16"/>
          </p:nvPr>
        </p:nvSpPr>
        <p:spPr/>
        <p:txBody>
          <a:bodyPr/>
          <a:lstStyle/>
          <a:p>
            <a:r>
              <a:rPr lang="en-US"/>
              <a:t>Presentation title</a:t>
            </a:r>
            <a:endParaRPr lang="en-US" dirty="0"/>
          </a:p>
        </p:txBody>
      </p:sp>
      <p:sp>
        <p:nvSpPr>
          <p:cNvPr id="2" name="Date Placeholder 1">
            <a:extLst>
              <a:ext uri="{FF2B5EF4-FFF2-40B4-BE49-F238E27FC236}">
                <a16:creationId xmlns:a16="http://schemas.microsoft.com/office/drawing/2014/main" id="{C47FF304-5BE8-9322-A906-1705F80BA2A6}"/>
              </a:ext>
            </a:extLst>
          </p:cNvPr>
          <p:cNvSpPr>
            <a:spLocks noGrp="1"/>
          </p:cNvSpPr>
          <p:nvPr>
            <p:ph type="dt" sz="half" idx="15"/>
          </p:nvPr>
        </p:nvSpPr>
        <p:spPr/>
        <p:txBody>
          <a:bodyPr/>
          <a:lstStyle/>
          <a:p>
            <a:endParaRPr lang="en-US" dirty="0"/>
          </a:p>
        </p:txBody>
      </p:sp>
      <p:sp>
        <p:nvSpPr>
          <p:cNvPr id="4" name="Slide Number Placeholder 3">
            <a:extLst>
              <a:ext uri="{FF2B5EF4-FFF2-40B4-BE49-F238E27FC236}">
                <a16:creationId xmlns:a16="http://schemas.microsoft.com/office/drawing/2014/main" id="{A9E9EE94-4C42-847B-A24C-BB0C72B4D29D}"/>
              </a:ext>
            </a:extLst>
          </p:cNvPr>
          <p:cNvSpPr>
            <a:spLocks noGrp="1"/>
          </p:cNvSpPr>
          <p:nvPr>
            <p:ph type="sldNum" sz="quarter" idx="17"/>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338320761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Content with Picture 1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78872" y="685800"/>
            <a:ext cx="2855064" cy="2972670"/>
          </a:xfrm>
        </p:spPr>
        <p:txBody>
          <a:bodyPr anchor="t">
            <a:normAutofit/>
          </a:bodyPr>
          <a:lstStyle>
            <a:lvl1pPr>
              <a:defRPr sz="28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78870" y="3942324"/>
            <a:ext cx="2855065" cy="2206578"/>
          </a:xfrm>
          <a:blipFill>
            <a:blip r:embed="rId2">
              <a:alphaModFix amt="60000"/>
              <a:extLst>
                <a:ext uri="{28A0092B-C50C-407E-A947-70E740481C1C}">
                  <a14:useLocalDpi xmlns:a14="http://schemas.microsoft.com/office/drawing/2010/main" val="0"/>
                </a:ext>
              </a:extLst>
            </a:blip>
            <a:srcRect/>
            <a:stretch>
              <a:fillRect l="-18733" r="-18733"/>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4154267" y="687492"/>
            <a:ext cx="7348626" cy="54830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6FBD4A13-0539-3541-39AF-1B480EBA2F2D}"/>
              </a:ext>
            </a:extLst>
          </p:cNvPr>
          <p:cNvSpPr>
            <a:spLocks noGrp="1"/>
          </p:cNvSpPr>
          <p:nvPr>
            <p:ph type="ftr" sz="quarter" idx="16"/>
          </p:nvPr>
        </p:nvSpPr>
        <p:spPr/>
        <p:txBody>
          <a:bodyPr/>
          <a:lstStyle/>
          <a:p>
            <a:r>
              <a:rPr lang="en-US"/>
              <a:t>Presentation title</a:t>
            </a:r>
            <a:endParaRPr lang="en-US" dirty="0"/>
          </a:p>
        </p:txBody>
      </p:sp>
      <p:sp>
        <p:nvSpPr>
          <p:cNvPr id="5" name="Date Placeholder 4">
            <a:extLst>
              <a:ext uri="{FF2B5EF4-FFF2-40B4-BE49-F238E27FC236}">
                <a16:creationId xmlns:a16="http://schemas.microsoft.com/office/drawing/2014/main" id="{FB8ACC0E-954E-D09D-5796-336CDFE59B7E}"/>
              </a:ext>
            </a:extLst>
          </p:cNvPr>
          <p:cNvSpPr>
            <a:spLocks noGrp="1"/>
          </p:cNvSpPr>
          <p:nvPr>
            <p:ph type="dt" sz="half" idx="15"/>
          </p:nvPr>
        </p:nvSpPr>
        <p:spPr/>
        <p:txBody>
          <a:bodyPr/>
          <a:lstStyle/>
          <a:p>
            <a:endParaRPr lang="en-US" dirty="0"/>
          </a:p>
        </p:txBody>
      </p:sp>
      <p:sp>
        <p:nvSpPr>
          <p:cNvPr id="9" name="Slide Number Placeholder 8">
            <a:extLst>
              <a:ext uri="{FF2B5EF4-FFF2-40B4-BE49-F238E27FC236}">
                <a16:creationId xmlns:a16="http://schemas.microsoft.com/office/drawing/2014/main" id="{2AB00B6B-DAF9-BF70-8202-C26BBB5E7434}"/>
              </a:ext>
            </a:extLst>
          </p:cNvPr>
          <p:cNvSpPr>
            <a:spLocks noGrp="1"/>
          </p:cNvSpPr>
          <p:nvPr>
            <p:ph type="sldNum" sz="quarter" idx="17"/>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209214567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Number Lar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426CE28-2F47-41A4-DF25-8AEC2F9F9580}"/>
              </a:ext>
            </a:extLst>
          </p:cNvPr>
          <p:cNvSpPr>
            <a:spLocks noGrp="1"/>
          </p:cNvSpPr>
          <p:nvPr>
            <p:ph type="title"/>
          </p:nvPr>
        </p:nvSpPr>
        <p:spPr>
          <a:xfrm>
            <a:off x="678872" y="5027214"/>
            <a:ext cx="7620000" cy="1135842"/>
          </a:xfrm>
        </p:spPr>
        <p:txBody>
          <a:bodyPr anchor="t">
            <a:normAutofit/>
          </a:bodyPr>
          <a:lstStyle>
            <a:lvl1pPr>
              <a:defRPr sz="2000"/>
            </a:lvl1pPr>
          </a:lstStyle>
          <a:p>
            <a:r>
              <a:rPr lang="en-US" dirty="0"/>
              <a:t>Click to edit Master title style</a:t>
            </a:r>
          </a:p>
        </p:txBody>
      </p:sp>
      <p:sp>
        <p:nvSpPr>
          <p:cNvPr id="8" name="Content Placeholder 7">
            <a:extLst>
              <a:ext uri="{FF2B5EF4-FFF2-40B4-BE49-F238E27FC236}">
                <a16:creationId xmlns:a16="http://schemas.microsoft.com/office/drawing/2014/main" id="{857B16B5-93A5-3ACF-80AB-6B1967DD6DE4}"/>
              </a:ext>
            </a:extLst>
          </p:cNvPr>
          <p:cNvSpPr>
            <a:spLocks noGrp="1"/>
          </p:cNvSpPr>
          <p:nvPr>
            <p:ph sz="quarter" idx="14" hasCustomPrompt="1"/>
          </p:nvPr>
        </p:nvSpPr>
        <p:spPr>
          <a:xfrm>
            <a:off x="678872" y="2743201"/>
            <a:ext cx="5638800" cy="2284013"/>
          </a:xfrm>
        </p:spPr>
        <p:txBody>
          <a:bodyPr anchor="b"/>
          <a:lstStyle>
            <a:lvl1pPr marL="0" indent="0">
              <a:buNone/>
              <a:defRPr sz="13800"/>
            </a:lvl1pPr>
          </a:lstStyle>
          <a:p>
            <a:pPr lvl="0"/>
            <a:r>
              <a:rPr lang="en-US" dirty="0"/>
              <a:t>##%</a:t>
            </a:r>
          </a:p>
        </p:txBody>
      </p:sp>
    </p:spTree>
    <p:extLst>
      <p:ext uri="{BB962C8B-B14F-4D97-AF65-F5344CB8AC3E}">
        <p14:creationId xmlns:p14="http://schemas.microsoft.com/office/powerpoint/2010/main" val="162670114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Number Large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5562600" y="4800600"/>
            <a:ext cx="5943600" cy="1388534"/>
          </a:xfrm>
        </p:spPr>
        <p:txBody>
          <a:bodyPr vert="horz" lIns="91440" tIns="45720" rIns="91440" bIns="45720" rtlCol="0" anchor="t">
            <a:normAutofit/>
          </a:bodyPr>
          <a:lstStyle>
            <a:lvl1pPr algn="r">
              <a:lnSpc>
                <a:spcPct val="110000"/>
              </a:lnSpc>
              <a:defRPr lang="en-US" sz="2000" dirty="0">
                <a:latin typeface="+mn-lt"/>
              </a:defRPr>
            </a:lvl1pPr>
          </a:lstStyle>
          <a:p>
            <a:pPr lvl="0">
              <a:lnSpc>
                <a:spcPct val="110000"/>
              </a:lnSpc>
            </a:pPr>
            <a:r>
              <a:rPr lang="en-US" dirty="0"/>
              <a:t>Click to edit Master title style</a:t>
            </a:r>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5562601" y="1676400"/>
            <a:ext cx="5943600" cy="3124200"/>
          </a:xfrm>
        </p:spPr>
        <p:txBody>
          <a:bodyPr vert="horz" lIns="91440" tIns="45720" rIns="91440" bIns="45720" rtlCol="0" anchor="b">
            <a:normAutofit/>
          </a:bodyPr>
          <a:lstStyle>
            <a:lvl1pPr marL="0" indent="0" algn="r">
              <a:lnSpc>
                <a:spcPct val="90000"/>
              </a:lnSpc>
              <a:buNone/>
              <a:defRPr lang="en-US" sz="13800" b="0" dirty="0">
                <a:latin typeface="+mj-lt"/>
              </a:defRPr>
            </a:lvl1pPr>
          </a:lstStyle>
          <a:p>
            <a:pPr marL="0" lvl="0" indent="0">
              <a:lnSpc>
                <a:spcPct val="90000"/>
              </a:lnSpc>
              <a:buNone/>
            </a:pPr>
            <a:r>
              <a:rPr lang="en-US" dirty="0"/>
              <a:t>##%</a:t>
            </a:r>
          </a:p>
        </p:txBody>
      </p:sp>
    </p:spTree>
    <p:extLst>
      <p:ext uri="{BB962C8B-B14F-4D97-AF65-F5344CB8AC3E}">
        <p14:creationId xmlns:p14="http://schemas.microsoft.com/office/powerpoint/2010/main" val="3142917485"/>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Number Large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1860804" y="4191001"/>
            <a:ext cx="8470392" cy="1762537"/>
          </a:xfrm>
        </p:spPr>
        <p:txBody>
          <a:bodyPr anchor="t">
            <a:normAutofit/>
          </a:bodyPr>
          <a:lstStyle>
            <a:lvl1pPr algn="ctr">
              <a:lnSpc>
                <a:spcPct val="110000"/>
              </a:lnSpc>
              <a:defRPr lang="en-US" sz="2000" b="0" kern="1200" cap="all" spc="600" baseline="0">
                <a:solidFill>
                  <a:schemeClr val="tx1"/>
                </a:solidFill>
                <a:latin typeface="+mn-lt"/>
                <a:ea typeface="+mj-ea"/>
                <a:cs typeface="+mj-cs"/>
              </a:defRPr>
            </a:lvl1pPr>
          </a:lstStyle>
          <a:p>
            <a:r>
              <a:rPr lang="en-US" dirty="0"/>
              <a:t>Click to edit Master title style</a:t>
            </a:r>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1860804" y="694935"/>
            <a:ext cx="8470392" cy="3496065"/>
          </a:xfrm>
        </p:spPr>
        <p:txBody>
          <a:bodyPr anchor="b">
            <a:normAutofit/>
          </a:bodyPr>
          <a:lstStyle>
            <a:lvl1pPr marL="0" indent="0" algn="ctr">
              <a:lnSpc>
                <a:spcPct val="90000"/>
              </a:lnSpc>
              <a:buNone/>
              <a:defRPr sz="13800" b="0">
                <a:solidFill>
                  <a:schemeClr val="tx1"/>
                </a:solidFill>
                <a:latin typeface="+mj-lt"/>
              </a:defRPr>
            </a:lvl1pPr>
          </a:lstStyle>
          <a:p>
            <a:pPr lvl="0"/>
            <a:r>
              <a:rPr lang="en-US" dirty="0"/>
              <a:t>##%</a:t>
            </a:r>
          </a:p>
        </p:txBody>
      </p:sp>
    </p:spTree>
    <p:extLst>
      <p:ext uri="{BB962C8B-B14F-4D97-AF65-F5344CB8AC3E}">
        <p14:creationId xmlns:p14="http://schemas.microsoft.com/office/powerpoint/2010/main" val="33003862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Statem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lvl1pPr>
              <a:defRPr>
                <a:latin typeface="+mn-lt"/>
              </a:defRPr>
            </a:lvl1p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539147" y="1830774"/>
            <a:ext cx="9113707" cy="3196443"/>
          </a:xfrm>
        </p:spPr>
        <p:txBody>
          <a:bodyPr vert="horz" lIns="91440" tIns="45720" rIns="91440" bIns="45720" rtlCol="0" anchor="ctr">
            <a:normAutofit/>
          </a:bodyPr>
          <a:lstStyle>
            <a:lvl1pPr marL="0" indent="0" algn="ctr">
              <a:lnSpc>
                <a:spcPct val="90000"/>
              </a:lnSpc>
              <a:buNone/>
              <a:defRPr lang="en-US" sz="4000" b="0" cap="all" spc="600" baseline="0" dirty="0">
                <a:ea typeface="+mj-ea"/>
                <a:cs typeface="+mj-cs"/>
              </a:defRPr>
            </a:lvl1pPr>
            <a:lvl2pPr marL="228600" indent="0" algn="ctr">
              <a:lnSpc>
                <a:spcPct val="90000"/>
              </a:lnSpc>
              <a:buNone/>
              <a:defRPr lang="en-US" sz="2000" dirty="0"/>
            </a:lvl2pPr>
            <a:lvl3pPr marL="457200" indent="0" algn="ctr">
              <a:lnSpc>
                <a:spcPct val="90000"/>
              </a:lnSpc>
              <a:buNone/>
              <a:defRPr lang="en-US" sz="2000" dirty="0"/>
            </a:lvl3pPr>
            <a:lvl4pPr marL="685800" indent="0" algn="ctr">
              <a:lnSpc>
                <a:spcPct val="90000"/>
              </a:lnSpc>
              <a:buNone/>
              <a:defRPr lang="en-US" sz="2000" dirty="0"/>
            </a:lvl4pPr>
            <a:lvl5pPr marL="914400" indent="0" algn="ctr">
              <a:lnSpc>
                <a:spcPct val="90000"/>
              </a:lnSpc>
              <a:buNone/>
              <a:defRPr lang="en-US" sz="2000" dirty="0"/>
            </a:lvl5pPr>
          </a:lstStyle>
          <a:p>
            <a:pPr lvl="0">
              <a:spcBef>
                <a:spcPct val="0"/>
              </a:spcBef>
              <a:buNone/>
            </a:pPr>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53687360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Statement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78871" y="1325691"/>
            <a:ext cx="7169728" cy="4837366"/>
          </a:xfrm>
        </p:spPr>
        <p:txBody>
          <a:bodyPr anchor="b">
            <a:normAutofit/>
          </a:bodyPr>
          <a:lstStyle>
            <a:lvl1pPr marL="0" indent="0">
              <a:lnSpc>
                <a:spcPct val="90000"/>
              </a:lnSpc>
              <a:buNone/>
              <a:defRPr lang="en-US" sz="4000" b="0" kern="1200" cap="all" spc="600" baseline="0" dirty="0">
                <a:solidFill>
                  <a:schemeClr val="tx1"/>
                </a:solidFill>
                <a:latin typeface="+mj-lt"/>
                <a:ea typeface="+mj-ea"/>
                <a:cs typeface="+mj-cs"/>
              </a:defRPr>
            </a:lvl1pPr>
            <a:lvl2pPr marL="228600" indent="0">
              <a:lnSpc>
                <a:spcPct val="90000"/>
              </a:lnSpc>
              <a:buNone/>
              <a:defRPr lang="en-US" sz="4000" b="0" kern="1200" cap="all" spc="600" baseline="0" dirty="0">
                <a:solidFill>
                  <a:schemeClr val="tx1"/>
                </a:solidFill>
                <a:latin typeface="+mj-lt"/>
                <a:ea typeface="+mj-ea"/>
                <a:cs typeface="+mj-cs"/>
              </a:defRPr>
            </a:lvl2pPr>
            <a:lvl3pPr marL="457200" indent="0">
              <a:lnSpc>
                <a:spcPct val="90000"/>
              </a:lnSpc>
              <a:buNone/>
              <a:defRPr lang="en-US" sz="4000" b="0" kern="1200" cap="all" spc="600" baseline="0" dirty="0">
                <a:solidFill>
                  <a:schemeClr val="tx1"/>
                </a:solidFill>
                <a:latin typeface="+mj-lt"/>
                <a:ea typeface="+mj-ea"/>
                <a:cs typeface="+mj-cs"/>
              </a:defRPr>
            </a:lvl3pPr>
            <a:lvl4pPr marL="685800" indent="0">
              <a:lnSpc>
                <a:spcPct val="90000"/>
              </a:lnSpc>
              <a:buNone/>
              <a:defRPr lang="en-US" sz="4000" b="0" kern="1200" cap="all" spc="600" baseline="0" dirty="0">
                <a:solidFill>
                  <a:schemeClr val="tx1"/>
                </a:solidFill>
                <a:latin typeface="+mj-lt"/>
                <a:ea typeface="+mj-ea"/>
                <a:cs typeface="+mj-cs"/>
              </a:defRPr>
            </a:lvl4pPr>
            <a:lvl5pPr marL="914400" indent="0">
              <a:lnSpc>
                <a:spcPct val="90000"/>
              </a:lnSpc>
              <a:buNone/>
              <a:defRPr lang="en-US" sz="4000" b="0" kern="1200" cap="all" spc="600" baseline="0" dirty="0">
                <a:solidFill>
                  <a:schemeClr val="tx1"/>
                </a:solidFill>
                <a:latin typeface="+mj-lt"/>
                <a:ea typeface="+mj-ea"/>
                <a:cs typeface="+mj-cs"/>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879013135"/>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Statement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p>
        </p:txBody>
      </p:sp>
      <p:sp>
        <p:nvSpPr>
          <p:cNvPr id="6" name="Content Placeholder 6">
            <a:extLst>
              <a:ext uri="{FF2B5EF4-FFF2-40B4-BE49-F238E27FC236}">
                <a16:creationId xmlns:a16="http://schemas.microsoft.com/office/drawing/2014/main" id="{2A9D377F-07AE-65AF-821F-A5C0F12804B3}"/>
              </a:ext>
            </a:extLst>
          </p:cNvPr>
          <p:cNvSpPr>
            <a:spLocks noGrp="1"/>
          </p:cNvSpPr>
          <p:nvPr>
            <p:ph sz="quarter" idx="13" hasCustomPrompt="1"/>
          </p:nvPr>
        </p:nvSpPr>
        <p:spPr>
          <a:xfrm>
            <a:off x="678871" y="720332"/>
            <a:ext cx="6702552" cy="4306886"/>
          </a:xfrm>
        </p:spPr>
        <p:txBody>
          <a:bodyPr anchor="t">
            <a:normAutofit/>
          </a:bodyPr>
          <a:lstStyle>
            <a:lvl1pPr marL="0" indent="0">
              <a:lnSpc>
                <a:spcPct val="90000"/>
              </a:lnSpc>
              <a:buNone/>
              <a:defRPr lang="en-US" sz="4000" b="0" kern="1200" cap="all" spc="600" baseline="0" dirty="0">
                <a:solidFill>
                  <a:schemeClr val="tx1"/>
                </a:solidFill>
                <a:latin typeface="+mj-lt"/>
                <a:ea typeface="+mj-ea"/>
                <a:cs typeface="+mj-cs"/>
              </a:defRPr>
            </a:lvl1pPr>
            <a:lvl2pPr marL="228600" indent="0">
              <a:lnSpc>
                <a:spcPct val="90000"/>
              </a:lnSpc>
              <a:buNone/>
              <a:defRPr lang="en-US" sz="4000" b="0" kern="1200" cap="all" spc="600" baseline="0" dirty="0">
                <a:solidFill>
                  <a:schemeClr val="tx1"/>
                </a:solidFill>
                <a:latin typeface="+mj-lt"/>
                <a:ea typeface="+mj-ea"/>
                <a:cs typeface="+mj-cs"/>
              </a:defRPr>
            </a:lvl2pPr>
            <a:lvl3pPr marL="457200" indent="0">
              <a:lnSpc>
                <a:spcPct val="90000"/>
              </a:lnSpc>
              <a:buNone/>
              <a:defRPr lang="en-US" sz="4000" b="0" kern="1200" cap="all" spc="600" baseline="0" dirty="0">
                <a:solidFill>
                  <a:schemeClr val="tx1"/>
                </a:solidFill>
                <a:latin typeface="+mj-lt"/>
                <a:ea typeface="+mj-ea"/>
                <a:cs typeface="+mj-cs"/>
              </a:defRPr>
            </a:lvl3pPr>
            <a:lvl4pPr marL="685800" indent="0">
              <a:lnSpc>
                <a:spcPct val="90000"/>
              </a:lnSpc>
              <a:buNone/>
              <a:defRPr lang="en-US" sz="4000" b="0" kern="1200" cap="all" spc="600" baseline="0" dirty="0">
                <a:solidFill>
                  <a:schemeClr val="tx1"/>
                </a:solidFill>
                <a:latin typeface="+mj-lt"/>
                <a:ea typeface="+mj-ea"/>
                <a:cs typeface="+mj-cs"/>
              </a:defRPr>
            </a:lvl4pPr>
            <a:lvl5pPr marL="914400" indent="0">
              <a:lnSpc>
                <a:spcPct val="90000"/>
              </a:lnSpc>
              <a:buNone/>
              <a:defRPr lang="en-US" sz="4000" b="0" kern="1200" cap="all" spc="600" baseline="0" dirty="0">
                <a:solidFill>
                  <a:schemeClr val="tx1"/>
                </a:solidFill>
                <a:latin typeface="+mj-lt"/>
                <a:ea typeface="+mj-ea"/>
                <a:cs typeface="+mj-cs"/>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53416882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Quo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5105400" y="5440680"/>
            <a:ext cx="6400800" cy="640080"/>
          </a:xfrm>
        </p:spPr>
        <p:txBody>
          <a:bodyPr anchor="ctr">
            <a:normAutofit/>
          </a:bodyPr>
          <a:lstStyle>
            <a:lvl1pPr algn="r">
              <a:lnSpc>
                <a:spcPct val="120000"/>
              </a:lnSpc>
              <a:defRPr sz="1600" spc="0">
                <a:solidFill>
                  <a:schemeClr val="tx1"/>
                </a:solidFill>
                <a:latin typeface="+mn-lt"/>
              </a:defRPr>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5105400" y="1600200"/>
            <a:ext cx="6400800" cy="3332480"/>
          </a:xfrm>
        </p:spPr>
        <p:txBody>
          <a:bodyPr anchor="b">
            <a:normAutofit/>
          </a:bodyPr>
          <a:lstStyle>
            <a:lvl1pPr marL="164592" indent="-164592" algn="r">
              <a:lnSpc>
                <a:spcPct val="100000"/>
              </a:lnSpc>
              <a:spcBef>
                <a:spcPts val="0"/>
              </a:spcBef>
              <a:buNone/>
              <a:defRPr sz="4800">
                <a:latin typeface="+mj-lt"/>
              </a:defRPr>
            </a:lvl1pPr>
          </a:lstStyle>
          <a:p>
            <a:pPr lvl="0"/>
            <a:r>
              <a:rPr lang="en-US" dirty="0"/>
              <a:t>Click to add Quote</a:t>
            </a:r>
          </a:p>
        </p:txBody>
      </p:sp>
    </p:spTree>
    <p:extLst>
      <p:ext uri="{BB962C8B-B14F-4D97-AF65-F5344CB8AC3E}">
        <p14:creationId xmlns:p14="http://schemas.microsoft.com/office/powerpoint/2010/main" val="291048639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Quote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3A93739-F149-35A6-ADA9-A0193DD6D4F2}"/>
              </a:ext>
            </a:extLst>
          </p:cNvPr>
          <p:cNvSpPr>
            <a:spLocks noGrp="1"/>
          </p:cNvSpPr>
          <p:nvPr>
            <p:ph type="title" hasCustomPrompt="1"/>
          </p:nvPr>
        </p:nvSpPr>
        <p:spPr>
          <a:xfrm>
            <a:off x="678872" y="5440354"/>
            <a:ext cx="5102352" cy="669472"/>
          </a:xfrm>
        </p:spPr>
        <p:txBody>
          <a:bodyPr anchor="ctr"/>
          <a:lstStyle>
            <a:lvl1pPr>
              <a:lnSpc>
                <a:spcPct val="120000"/>
              </a:lnSpc>
              <a:defRPr sz="1600" spc="0" baseline="0"/>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678872" y="914400"/>
            <a:ext cx="5102352" cy="4206240"/>
          </a:xfrm>
        </p:spPr>
        <p:txBody>
          <a:bodyPr anchor="b">
            <a:normAutofit/>
          </a:bodyPr>
          <a:lstStyle>
            <a:lvl1pPr marL="0" indent="0">
              <a:lnSpc>
                <a:spcPct val="100000"/>
              </a:lnSpc>
              <a:spcBef>
                <a:spcPts val="0"/>
              </a:spcBef>
              <a:buNone/>
              <a:defRPr sz="4800">
                <a:latin typeface="+mj-lt"/>
              </a:defRPr>
            </a:lvl1pPr>
          </a:lstStyle>
          <a:p>
            <a:pPr lvl="0"/>
            <a:r>
              <a:rPr lang="en-US" dirty="0"/>
              <a:t>Click to add Quote</a:t>
            </a:r>
          </a:p>
        </p:txBody>
      </p:sp>
    </p:spTree>
    <p:extLst>
      <p:ext uri="{BB962C8B-B14F-4D97-AF65-F5344CB8AC3E}">
        <p14:creationId xmlns:p14="http://schemas.microsoft.com/office/powerpoint/2010/main" val="254824891"/>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Quote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943EF64-B72A-842D-443E-85E51FB9C0C7}"/>
              </a:ext>
            </a:extLst>
          </p:cNvPr>
          <p:cNvSpPr>
            <a:spLocks noGrp="1"/>
          </p:cNvSpPr>
          <p:nvPr>
            <p:ph type="title" hasCustomPrompt="1"/>
          </p:nvPr>
        </p:nvSpPr>
        <p:spPr>
          <a:xfrm>
            <a:off x="2895600" y="4602480"/>
            <a:ext cx="6400800" cy="640080"/>
          </a:xfrm>
        </p:spPr>
        <p:txBody>
          <a:bodyPr anchor="ctr">
            <a:normAutofit/>
          </a:bodyPr>
          <a:lstStyle>
            <a:lvl1pPr algn="ctr">
              <a:lnSpc>
                <a:spcPct val="120000"/>
              </a:lnSpc>
              <a:defRPr sz="1600" spc="0">
                <a:solidFill>
                  <a:schemeClr val="tx1"/>
                </a:solidFill>
                <a:latin typeface="+mn-lt"/>
              </a:defRPr>
            </a:lvl1pPr>
          </a:lstStyle>
          <a:p>
            <a:r>
              <a:rPr lang="en-US" dirty="0"/>
              <a:t>Quote Author</a:t>
            </a:r>
          </a:p>
        </p:txBody>
      </p:sp>
      <p:sp>
        <p:nvSpPr>
          <p:cNvPr id="4" name="Content Placeholder 6">
            <a:extLst>
              <a:ext uri="{FF2B5EF4-FFF2-40B4-BE49-F238E27FC236}">
                <a16:creationId xmlns:a16="http://schemas.microsoft.com/office/drawing/2014/main" id="{0648D1EC-4439-0A29-775B-BBF446B5FEC6}"/>
              </a:ext>
            </a:extLst>
          </p:cNvPr>
          <p:cNvSpPr>
            <a:spLocks noGrp="1"/>
          </p:cNvSpPr>
          <p:nvPr>
            <p:ph sz="quarter" idx="13" hasCustomPrompt="1"/>
          </p:nvPr>
        </p:nvSpPr>
        <p:spPr>
          <a:xfrm>
            <a:off x="1466850" y="1143000"/>
            <a:ext cx="9258300" cy="2951480"/>
          </a:xfrm>
        </p:spPr>
        <p:txBody>
          <a:bodyPr anchor="b">
            <a:normAutofit/>
          </a:bodyPr>
          <a:lstStyle>
            <a:lvl1pPr marL="164592" indent="-164592" algn="ctr">
              <a:lnSpc>
                <a:spcPct val="100000"/>
              </a:lnSpc>
              <a:spcBef>
                <a:spcPts val="0"/>
              </a:spcBef>
              <a:buNone/>
              <a:defRPr sz="4800">
                <a:latin typeface="+mj-lt"/>
              </a:defRPr>
            </a:lvl1pPr>
          </a:lstStyle>
          <a:p>
            <a:pPr lvl="0"/>
            <a:r>
              <a:rPr lang="en-US" dirty="0"/>
              <a:t>Click to add Quote</a:t>
            </a:r>
          </a:p>
        </p:txBody>
      </p:sp>
    </p:spTree>
    <p:extLst>
      <p:ext uri="{BB962C8B-B14F-4D97-AF65-F5344CB8AC3E}">
        <p14:creationId xmlns:p14="http://schemas.microsoft.com/office/powerpoint/2010/main" val="197096009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1C948E0A-DAAD-770F-21DF-99504CDB6948}"/>
              </a:ext>
            </a:extLst>
          </p:cNvPr>
          <p:cNvSpPr>
            <a:spLocks noGrp="1"/>
          </p:cNvSpPr>
          <p:nvPr>
            <p:ph type="title"/>
          </p:nvPr>
        </p:nvSpPr>
        <p:spPr>
          <a:xfrm>
            <a:off x="678871" y="694932"/>
            <a:ext cx="10827330" cy="985966"/>
          </a:xfrm>
        </p:spPr>
        <p:txBody>
          <a:bodyPr anchor="t"/>
          <a:lstStyle/>
          <a:p>
            <a:r>
              <a:rPr lang="en-US"/>
              <a:t>Click to edit Master title style</a:t>
            </a:r>
          </a:p>
        </p:txBody>
      </p:sp>
      <p:sp>
        <p:nvSpPr>
          <p:cNvPr id="4" name="Content Placeholder 3">
            <a:extLst>
              <a:ext uri="{FF2B5EF4-FFF2-40B4-BE49-F238E27FC236}">
                <a16:creationId xmlns:a16="http://schemas.microsoft.com/office/drawing/2014/main" id="{6627D5A5-84C3-7EDE-A8EB-2DE057DE46AB}"/>
              </a:ext>
            </a:extLst>
          </p:cNvPr>
          <p:cNvSpPr>
            <a:spLocks noGrp="1"/>
          </p:cNvSpPr>
          <p:nvPr>
            <p:ph sz="quarter" idx="15"/>
          </p:nvPr>
        </p:nvSpPr>
        <p:spPr>
          <a:xfrm>
            <a:off x="686122" y="2057399"/>
            <a:ext cx="5140007" cy="41195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D54150AE-A7C6-D328-35D7-F5B840930E3B}"/>
              </a:ext>
            </a:extLst>
          </p:cNvPr>
          <p:cNvSpPr>
            <a:spLocks noGrp="1"/>
          </p:cNvSpPr>
          <p:nvPr>
            <p:ph sz="quarter" idx="16"/>
          </p:nvPr>
        </p:nvSpPr>
        <p:spPr>
          <a:xfrm>
            <a:off x="6365872" y="2057399"/>
            <a:ext cx="5140328" cy="41195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CFEA833E-541C-85C6-BF1E-EC605C8F4B39}"/>
              </a:ext>
            </a:extLst>
          </p:cNvPr>
          <p:cNvSpPr>
            <a:spLocks noGrp="1"/>
          </p:cNvSpPr>
          <p:nvPr>
            <p:ph type="ftr" sz="quarter" idx="18"/>
          </p:nvPr>
        </p:nvSpPr>
        <p:spPr/>
        <p:txBody>
          <a:bodyPr/>
          <a:lstStyle/>
          <a:p>
            <a:r>
              <a:rPr lang="en-US"/>
              <a:t>Presentation title</a:t>
            </a:r>
            <a:endParaRPr lang="en-US" dirty="0"/>
          </a:p>
        </p:txBody>
      </p:sp>
      <p:sp>
        <p:nvSpPr>
          <p:cNvPr id="2" name="Date Placeholder 1">
            <a:extLst>
              <a:ext uri="{FF2B5EF4-FFF2-40B4-BE49-F238E27FC236}">
                <a16:creationId xmlns:a16="http://schemas.microsoft.com/office/drawing/2014/main" id="{F14C70C3-D6A0-EE88-649F-33534359824B}"/>
              </a:ext>
            </a:extLst>
          </p:cNvPr>
          <p:cNvSpPr>
            <a:spLocks noGrp="1"/>
          </p:cNvSpPr>
          <p:nvPr>
            <p:ph type="dt" sz="half" idx="17"/>
          </p:nvPr>
        </p:nvSpPr>
        <p:spPr/>
        <p:txBody>
          <a:bodyPr/>
          <a:lstStyle/>
          <a:p>
            <a:endParaRPr lang="en-US" dirty="0"/>
          </a:p>
        </p:txBody>
      </p:sp>
      <p:sp>
        <p:nvSpPr>
          <p:cNvPr id="6" name="Slide Number Placeholder 5">
            <a:extLst>
              <a:ext uri="{FF2B5EF4-FFF2-40B4-BE49-F238E27FC236}">
                <a16:creationId xmlns:a16="http://schemas.microsoft.com/office/drawing/2014/main" id="{05795649-E940-A4B1-5901-B56C3AF3CD31}"/>
              </a:ext>
            </a:extLst>
          </p:cNvPr>
          <p:cNvSpPr>
            <a:spLocks noGrp="1"/>
          </p:cNvSpPr>
          <p:nvPr>
            <p:ph type="sldNum" sz="quarter" idx="19"/>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388124193"/>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1B7E0276-8109-589D-7633-DD4218D7AD4D}"/>
              </a:ext>
            </a:extLst>
          </p:cNvPr>
          <p:cNvSpPr>
            <a:spLocks noGrp="1"/>
          </p:cNvSpPr>
          <p:nvPr>
            <p:ph type="title"/>
          </p:nvPr>
        </p:nvSpPr>
        <p:spPr>
          <a:xfrm>
            <a:off x="678870" y="694932"/>
            <a:ext cx="10827329" cy="985966"/>
          </a:xfrm>
        </p:spPr>
        <p:txBody>
          <a:bodyPr anchor="t"/>
          <a:lstStyle/>
          <a:p>
            <a:r>
              <a:rPr lang="en-US"/>
              <a:t>Click to edit Master title style</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78870" y="1954766"/>
            <a:ext cx="5147410" cy="559834"/>
          </a:xfrm>
        </p:spPr>
        <p:txBody>
          <a:bodyPr anchor="b">
            <a:norm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365774" y="1954766"/>
            <a:ext cx="5141914" cy="559834"/>
          </a:xfrm>
        </p:spPr>
        <p:txBody>
          <a:bodyPr anchor="b">
            <a:norm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Content Placeholder 3">
            <a:extLst>
              <a:ext uri="{FF2B5EF4-FFF2-40B4-BE49-F238E27FC236}">
                <a16:creationId xmlns:a16="http://schemas.microsoft.com/office/drawing/2014/main" id="{068456CB-E141-4FD9-87C3-ECEBF8A7D9A1}"/>
              </a:ext>
            </a:extLst>
          </p:cNvPr>
          <p:cNvSpPr>
            <a:spLocks noGrp="1"/>
          </p:cNvSpPr>
          <p:nvPr>
            <p:ph sz="quarter" idx="15"/>
          </p:nvPr>
        </p:nvSpPr>
        <p:spPr>
          <a:xfrm>
            <a:off x="680459" y="2788468"/>
            <a:ext cx="5145670" cy="33884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9">
            <a:extLst>
              <a:ext uri="{FF2B5EF4-FFF2-40B4-BE49-F238E27FC236}">
                <a16:creationId xmlns:a16="http://schemas.microsoft.com/office/drawing/2014/main" id="{48C7E4C7-BE12-E106-3871-9FD922E346B3}"/>
              </a:ext>
            </a:extLst>
          </p:cNvPr>
          <p:cNvSpPr>
            <a:spLocks noGrp="1"/>
          </p:cNvSpPr>
          <p:nvPr>
            <p:ph sz="quarter" idx="16"/>
          </p:nvPr>
        </p:nvSpPr>
        <p:spPr>
          <a:xfrm>
            <a:off x="6365871" y="2788468"/>
            <a:ext cx="5140177" cy="33884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4F60D6F2-E303-8711-DD86-38797649A730}"/>
              </a:ext>
            </a:extLst>
          </p:cNvPr>
          <p:cNvSpPr>
            <a:spLocks noGrp="1"/>
          </p:cNvSpPr>
          <p:nvPr>
            <p:ph type="ftr" sz="quarter" idx="18"/>
          </p:nvPr>
        </p:nvSpPr>
        <p:spPr/>
        <p:txBody>
          <a:bodyPr/>
          <a:lstStyle/>
          <a:p>
            <a:r>
              <a:rPr lang="en-US"/>
              <a:t>Presentation title</a:t>
            </a:r>
            <a:endParaRPr lang="en-US" dirty="0"/>
          </a:p>
        </p:txBody>
      </p:sp>
      <p:sp>
        <p:nvSpPr>
          <p:cNvPr id="2" name="Date Placeholder 1">
            <a:extLst>
              <a:ext uri="{FF2B5EF4-FFF2-40B4-BE49-F238E27FC236}">
                <a16:creationId xmlns:a16="http://schemas.microsoft.com/office/drawing/2014/main" id="{7C3E9AFB-293B-FDFA-726C-92E53E70E9AF}"/>
              </a:ext>
            </a:extLst>
          </p:cNvPr>
          <p:cNvSpPr>
            <a:spLocks noGrp="1"/>
          </p:cNvSpPr>
          <p:nvPr>
            <p:ph type="dt" sz="half" idx="17"/>
          </p:nvPr>
        </p:nvSpPr>
        <p:spPr/>
        <p:txBody>
          <a:bodyPr/>
          <a:lstStyle/>
          <a:p>
            <a:endParaRPr lang="en-US" dirty="0"/>
          </a:p>
        </p:txBody>
      </p:sp>
      <p:sp>
        <p:nvSpPr>
          <p:cNvPr id="6" name="Slide Number Placeholder 5">
            <a:extLst>
              <a:ext uri="{FF2B5EF4-FFF2-40B4-BE49-F238E27FC236}">
                <a16:creationId xmlns:a16="http://schemas.microsoft.com/office/drawing/2014/main" id="{365AF8AA-F8D4-60EA-F11A-6775234BA521}"/>
              </a:ext>
            </a:extLst>
          </p:cNvPr>
          <p:cNvSpPr>
            <a:spLocks noGrp="1"/>
          </p:cNvSpPr>
          <p:nvPr>
            <p:ph type="sldNum" sz="quarter" idx="19"/>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2098296564"/>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55A025B8-8BA0-89AA-4360-51FBAF2B224B}"/>
              </a:ext>
            </a:extLst>
          </p:cNvPr>
          <p:cNvSpPr>
            <a:spLocks noGrp="1"/>
          </p:cNvSpPr>
          <p:nvPr>
            <p:ph type="title"/>
          </p:nvPr>
        </p:nvSpPr>
        <p:spPr>
          <a:xfrm>
            <a:off x="678872" y="694932"/>
            <a:ext cx="10827328" cy="985966"/>
          </a:xfrm>
        </p:spPr>
        <p:txBody>
          <a:bodyPr anchor="t"/>
          <a:lstStyle/>
          <a:p>
            <a:r>
              <a:rPr lang="en-US"/>
              <a:t>Click to edit Master title style</a:t>
            </a:r>
          </a:p>
        </p:txBody>
      </p:sp>
      <p:sp>
        <p:nvSpPr>
          <p:cNvPr id="3" name="Footer Placeholder 2">
            <a:extLst>
              <a:ext uri="{FF2B5EF4-FFF2-40B4-BE49-F238E27FC236}">
                <a16:creationId xmlns:a16="http://schemas.microsoft.com/office/drawing/2014/main" id="{BAC59BD1-7576-196A-D571-FD57E7190429}"/>
              </a:ext>
            </a:extLst>
          </p:cNvPr>
          <p:cNvSpPr>
            <a:spLocks noGrp="1"/>
          </p:cNvSpPr>
          <p:nvPr>
            <p:ph type="ftr" sz="quarter" idx="11"/>
          </p:nvPr>
        </p:nvSpPr>
        <p:spPr/>
        <p:txBody>
          <a:bodyPr/>
          <a:lstStyle/>
          <a:p>
            <a:r>
              <a:rPr lang="en-US"/>
              <a:t>Presentation title</a:t>
            </a:r>
            <a:endParaRPr lang="en-US" dirty="0"/>
          </a:p>
        </p:txBody>
      </p:sp>
      <p:sp>
        <p:nvSpPr>
          <p:cNvPr id="2" name="Date Placeholder 1">
            <a:extLst>
              <a:ext uri="{FF2B5EF4-FFF2-40B4-BE49-F238E27FC236}">
                <a16:creationId xmlns:a16="http://schemas.microsoft.com/office/drawing/2014/main" id="{D684E8B1-4F38-9B1B-6424-6BC2452D4DE6}"/>
              </a:ext>
            </a:extLst>
          </p:cNvPr>
          <p:cNvSpPr>
            <a:spLocks noGrp="1"/>
          </p:cNvSpPr>
          <p:nvPr>
            <p:ph type="dt" sz="half" idx="10"/>
          </p:nvPr>
        </p:nvSpPr>
        <p:spPr/>
        <p:txBody>
          <a:bodyPr/>
          <a:lstStyle/>
          <a:p>
            <a:endParaRPr lang="en-US" dirty="0"/>
          </a:p>
        </p:txBody>
      </p:sp>
      <p:sp>
        <p:nvSpPr>
          <p:cNvPr id="4" name="Slide Number Placeholder 3">
            <a:extLst>
              <a:ext uri="{FF2B5EF4-FFF2-40B4-BE49-F238E27FC236}">
                <a16:creationId xmlns:a16="http://schemas.microsoft.com/office/drawing/2014/main" id="{2004E196-21CE-CE9F-7563-03912CCB4D69}"/>
              </a:ext>
            </a:extLst>
          </p:cNvPr>
          <p:cNvSpPr>
            <a:spLocks noGrp="1"/>
          </p:cNvSpPr>
          <p:nvPr>
            <p:ph type="sldNum" sz="quarter" idx="12"/>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1753839242"/>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5B9ECF3-58F8-D0BC-147E-E4CFB4923C49}"/>
              </a:ext>
            </a:extLst>
          </p:cNvPr>
          <p:cNvSpPr>
            <a:spLocks noGrp="1"/>
          </p:cNvSpPr>
          <p:nvPr>
            <p:ph type="ftr" sz="quarter" idx="11"/>
          </p:nvPr>
        </p:nvSpPr>
        <p:spPr/>
        <p:txBody>
          <a:bodyPr/>
          <a:lstStyle/>
          <a:p>
            <a:r>
              <a:rPr lang="en-US"/>
              <a:t>Presentation title</a:t>
            </a:r>
            <a:endParaRPr lang="en-US" dirty="0"/>
          </a:p>
        </p:txBody>
      </p:sp>
      <p:sp>
        <p:nvSpPr>
          <p:cNvPr id="2" name="Date Placeholder 1">
            <a:extLst>
              <a:ext uri="{FF2B5EF4-FFF2-40B4-BE49-F238E27FC236}">
                <a16:creationId xmlns:a16="http://schemas.microsoft.com/office/drawing/2014/main" id="{5C939631-83CC-B848-B327-B33DAF5AF158}"/>
              </a:ext>
            </a:extLst>
          </p:cNvPr>
          <p:cNvSpPr>
            <a:spLocks noGrp="1"/>
          </p:cNvSpPr>
          <p:nvPr>
            <p:ph type="dt" sz="half" idx="10"/>
          </p:nvPr>
        </p:nvSpPr>
        <p:spPr/>
        <p:txBody>
          <a:bodyPr/>
          <a:lstStyle/>
          <a:p>
            <a:endParaRPr lang="en-US" dirty="0"/>
          </a:p>
        </p:txBody>
      </p:sp>
      <p:sp>
        <p:nvSpPr>
          <p:cNvPr id="4" name="Slide Number Placeholder 3">
            <a:extLst>
              <a:ext uri="{FF2B5EF4-FFF2-40B4-BE49-F238E27FC236}">
                <a16:creationId xmlns:a16="http://schemas.microsoft.com/office/drawing/2014/main" id="{68070C40-BA47-C8B9-46F3-E3616FAC2C2C}"/>
              </a:ext>
            </a:extLst>
          </p:cNvPr>
          <p:cNvSpPr>
            <a:spLocks noGrp="1"/>
          </p:cNvSpPr>
          <p:nvPr>
            <p:ph type="sldNum" sz="quarter" idx="12"/>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709788628"/>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685802" y="685800"/>
            <a:ext cx="3962398" cy="1616185"/>
          </a:xfrm>
        </p:spPr>
        <p:txBody>
          <a:bodyPr anchor="t">
            <a:normAutofit/>
          </a:bodyPr>
          <a:lstStyle>
            <a:lvl1pPr>
              <a:defRPr sz="2800"/>
            </a:lvl1pPr>
          </a:lstStyle>
          <a:p>
            <a:r>
              <a:rPr lang="en-US"/>
              <a:t>Click to edit Master title style</a:t>
            </a:r>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685801" y="2590800"/>
            <a:ext cx="3962399" cy="3572257"/>
          </a:xfrm>
        </p:spPr>
        <p:txBody>
          <a:bodyPr anchor="t">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4708" y="685800"/>
            <a:ext cx="6371491" cy="5468121"/>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456206531"/>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678871" y="685800"/>
            <a:ext cx="4242643" cy="1624931"/>
          </a:xfrm>
        </p:spPr>
        <p:txBody>
          <a:bodyPr anchor="t">
            <a:normAutofit/>
          </a:bodyPr>
          <a:lstStyle>
            <a:lvl1pPr>
              <a:defRPr sz="2800"/>
            </a:lvl1pPr>
          </a:lstStyle>
          <a:p>
            <a:r>
              <a:rPr lang="en-US"/>
              <a:t>Click to edit Master title style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80679" y="2826137"/>
            <a:ext cx="4230787" cy="3336920"/>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hasCustomPrompt="1"/>
          </p:nvPr>
        </p:nvSpPr>
        <p:spPr>
          <a:xfrm>
            <a:off x="5340483" y="698756"/>
            <a:ext cx="6165717" cy="5442639"/>
          </a:xfrm>
          <a:blipFill>
            <a:blip r:embed="rId2">
              <a:alphaModFix amt="60000"/>
              <a:extLst>
                <a:ext uri="{28A0092B-C50C-407E-A947-70E740481C1C}">
                  <a14:useLocalDpi xmlns:a14="http://schemas.microsoft.com/office/drawing/2010/main" val="0"/>
                </a:ext>
              </a:extLst>
            </a:blip>
            <a:srcRect/>
            <a:stretch>
              <a:fillRect l="-28837" r="-28837"/>
            </a:stretch>
          </a:blipFill>
        </p:spPr>
        <p:txBody>
          <a:bodyPr>
            <a:normAutofit/>
          </a:bodyPr>
          <a:lstStyle>
            <a:lvl1pPr marL="0" indent="0">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   </a:t>
            </a:r>
          </a:p>
        </p:txBody>
      </p:sp>
    </p:spTree>
    <p:extLst>
      <p:ext uri="{BB962C8B-B14F-4D97-AF65-F5344CB8AC3E}">
        <p14:creationId xmlns:p14="http://schemas.microsoft.com/office/powerpoint/2010/main" val="132774805"/>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Conclus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78871" y="685800"/>
            <a:ext cx="5417129" cy="1819664"/>
          </a:xfrm>
        </p:spPr>
        <p:txBody>
          <a:bodyPr anchor="t">
            <a:noAutofit/>
          </a:bodyPr>
          <a:lstStyle>
            <a:lvl1pPr>
              <a:defRPr sz="2800"/>
            </a:lvl1pPr>
          </a:lstStyle>
          <a:p>
            <a:r>
              <a:rPr lang="en-US"/>
              <a:t>Click to edit Master title style</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678871" y="3276599"/>
            <a:ext cx="10827329" cy="2886457"/>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B6179F71-BB04-AC80-5A43-4718DF5050BB}"/>
              </a:ext>
            </a:extLst>
          </p:cNvPr>
          <p:cNvSpPr>
            <a:spLocks noGrp="1"/>
          </p:cNvSpPr>
          <p:nvPr>
            <p:ph type="ftr" sz="quarter" idx="15"/>
          </p:nvPr>
        </p:nvSpPr>
        <p:spPr/>
        <p:txBody>
          <a:bodyPr/>
          <a:lstStyle/>
          <a:p>
            <a:r>
              <a:rPr lang="en-US"/>
              <a:t>Presentation title</a:t>
            </a:r>
            <a:endParaRPr lang="en-US" dirty="0"/>
          </a:p>
        </p:txBody>
      </p:sp>
      <p:sp>
        <p:nvSpPr>
          <p:cNvPr id="3" name="Date Placeholder 2">
            <a:extLst>
              <a:ext uri="{FF2B5EF4-FFF2-40B4-BE49-F238E27FC236}">
                <a16:creationId xmlns:a16="http://schemas.microsoft.com/office/drawing/2014/main" id="{B2C1D9A8-162F-30DE-21D0-F531C2AC38B5}"/>
              </a:ext>
            </a:extLst>
          </p:cNvPr>
          <p:cNvSpPr>
            <a:spLocks noGrp="1"/>
          </p:cNvSpPr>
          <p:nvPr>
            <p:ph type="dt" sz="half" idx="14"/>
          </p:nvPr>
        </p:nvSpPr>
        <p:spPr/>
        <p:txBody>
          <a:bodyPr/>
          <a:lstStyle/>
          <a:p>
            <a:endParaRPr lang="en-US" dirty="0"/>
          </a:p>
        </p:txBody>
      </p:sp>
      <p:sp>
        <p:nvSpPr>
          <p:cNvPr id="5" name="Slide Number Placeholder 4">
            <a:extLst>
              <a:ext uri="{FF2B5EF4-FFF2-40B4-BE49-F238E27FC236}">
                <a16:creationId xmlns:a16="http://schemas.microsoft.com/office/drawing/2014/main" id="{91903FBD-DD44-33D2-4C38-3C6BF9FB5E01}"/>
              </a:ext>
            </a:extLst>
          </p:cNvPr>
          <p:cNvSpPr>
            <a:spLocks noGrp="1"/>
          </p:cNvSpPr>
          <p:nvPr>
            <p:ph type="sldNum" sz="quarter" idx="16"/>
          </p:nvPr>
        </p:nvSpPr>
        <p:spPr/>
        <p:txBody>
          <a:bodyPr/>
          <a:lstStyle/>
          <a:p>
            <a:fld id="{AEAA3239-9EA4-4A65-A281-97F994456D9F}" type="slidenum">
              <a:rPr lang="en-US" smtClean="0"/>
              <a:pPr/>
              <a:t>‹#›</a:t>
            </a:fld>
            <a:endParaRPr lang="en-US"/>
          </a:p>
        </p:txBody>
      </p:sp>
    </p:spTree>
    <p:extLst>
      <p:ext uri="{BB962C8B-B14F-4D97-AF65-F5344CB8AC3E}">
        <p14:creationId xmlns:p14="http://schemas.microsoft.com/office/powerpoint/2010/main" val="985934599"/>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Conclusion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78871" y="706305"/>
            <a:ext cx="6370507" cy="1842020"/>
          </a:xfrm>
        </p:spPr>
        <p:txBody>
          <a:bodyPr anchor="b">
            <a:noAutofit/>
          </a:bodyPr>
          <a:lstStyle>
            <a:lvl1pPr>
              <a:defRPr sz="2800"/>
            </a:lvl1pPr>
          </a:lstStyle>
          <a:p>
            <a:r>
              <a:rPr lang="en-US"/>
              <a:t>Click to edit Master title style</a:t>
            </a:r>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678871" y="2701660"/>
            <a:ext cx="6370507" cy="2325557"/>
          </a:xfrm>
        </p:spPr>
        <p:txBody>
          <a:bodyPr>
            <a:normAutofit/>
          </a:bodyPr>
          <a:lstStyle>
            <a:lvl1pPr marL="0" indent="0">
              <a:buNone/>
              <a:defRPr sz="1800"/>
            </a:lvl1pPr>
            <a:lvl2pPr marL="228600" indent="0">
              <a:buNone/>
              <a:defRPr sz="1600"/>
            </a:lvl2pPr>
            <a:lvl3pPr marL="457200" indent="0">
              <a:buNone/>
              <a:defRPr sz="1400"/>
            </a:lvl3pPr>
            <a:lvl4pPr marL="685800" indent="0">
              <a:buNone/>
              <a:defRPr sz="1400"/>
            </a:lvl4pPr>
            <a:lvl5pPr marL="914400" indent="0">
              <a:buNone/>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3">
            <a:extLst>
              <a:ext uri="{FF2B5EF4-FFF2-40B4-BE49-F238E27FC236}">
                <a16:creationId xmlns:a16="http://schemas.microsoft.com/office/drawing/2014/main" id="{09DDBCCE-CCAB-448A-1E13-595ADE9E2A88}"/>
              </a:ext>
            </a:extLst>
          </p:cNvPr>
          <p:cNvSpPr>
            <a:spLocks noGrp="1"/>
          </p:cNvSpPr>
          <p:nvPr>
            <p:ph type="dt" sz="half" idx="2"/>
          </p:nvPr>
        </p:nvSpPr>
        <p:spPr>
          <a:xfrm>
            <a:off x="6181252" y="6343955"/>
            <a:ext cx="2202644" cy="365125"/>
          </a:xfrm>
          <a:prstGeom prst="rect">
            <a:avLst/>
          </a:prstGeom>
        </p:spPr>
        <p:txBody>
          <a:bodyPr vert="horz" lIns="91440" tIns="45720" rIns="91440" bIns="45720" rtlCol="0" anchor="ctr"/>
          <a:lstStyle>
            <a:lvl1pPr algn="ctr">
              <a:defRPr sz="900">
                <a:solidFill>
                  <a:schemeClr val="tx1"/>
                </a:solidFill>
              </a:defRPr>
            </a:lvl1pPr>
          </a:lstStyle>
          <a:p>
            <a:pPr algn="ctr"/>
            <a:endParaRPr lang="en-US"/>
          </a:p>
        </p:txBody>
      </p:sp>
      <p:sp>
        <p:nvSpPr>
          <p:cNvPr id="11" name="Slide Number Placeholder 5">
            <a:extLst>
              <a:ext uri="{FF2B5EF4-FFF2-40B4-BE49-F238E27FC236}">
                <a16:creationId xmlns:a16="http://schemas.microsoft.com/office/drawing/2014/main" id="{02C093BF-07F3-517D-599F-4A80C3D441E7}"/>
              </a:ext>
            </a:extLst>
          </p:cNvPr>
          <p:cNvSpPr>
            <a:spLocks noGrp="1"/>
          </p:cNvSpPr>
          <p:nvPr>
            <p:ph type="sldNum" sz="quarter" idx="4"/>
          </p:nvPr>
        </p:nvSpPr>
        <p:spPr>
          <a:xfrm>
            <a:off x="11147097" y="6343955"/>
            <a:ext cx="357412" cy="365125"/>
          </a:xfrm>
          <a:prstGeom prst="rect">
            <a:avLst/>
          </a:prstGeom>
        </p:spPr>
        <p:txBody>
          <a:bodyPr vert="horz" lIns="91440" tIns="45720" rIns="91440" bIns="45720" rtlCol="0" anchor="ctr"/>
          <a:lstStyle>
            <a:lvl1pPr algn="r">
              <a:defRPr sz="900">
                <a:solidFill>
                  <a:schemeClr val="tx1"/>
                </a:solidFill>
              </a:defRPr>
            </a:lvl1pPr>
          </a:lstStyle>
          <a:p>
            <a:fld id="{AEAA3239-9EA4-4A65-A281-97F994456D9F}" type="slidenum">
              <a:rPr lang="en-US" smtClean="0"/>
              <a:pPr/>
              <a:t>‹#›</a:t>
            </a:fld>
            <a:endParaRPr lang="en-US" sz="900"/>
          </a:p>
        </p:txBody>
      </p:sp>
    </p:spTree>
    <p:extLst>
      <p:ext uri="{BB962C8B-B14F-4D97-AF65-F5344CB8AC3E}">
        <p14:creationId xmlns:p14="http://schemas.microsoft.com/office/powerpoint/2010/main" val="295920638"/>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78871" y="694938"/>
            <a:ext cx="10825637" cy="792084"/>
          </a:xfrm>
          <a:prstGeom prst="rect">
            <a:avLst/>
          </a:prstGeom>
        </p:spPr>
        <p:txBody>
          <a:bodyPr vert="horz" lIns="91440" tIns="45720" rIns="91440" bIns="45720" rtlCol="0" anchor="b">
            <a:normAutofit/>
          </a:bodyPr>
          <a:lstStyle/>
          <a:p>
            <a:r>
              <a:rPr lang="en-US" dirty="0"/>
              <a:t>Click to edit Master 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78872" y="1676400"/>
            <a:ext cx="10825636" cy="4486657"/>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Rectangle 10" hidden="1">
            <a:extLst>
              <a:ext uri="{FF2B5EF4-FFF2-40B4-BE49-F238E27FC236}">
                <a16:creationId xmlns:a16="http://schemas.microsoft.com/office/drawing/2014/main" id="{D7982C74-1A7B-1EF6-C767-EC1102B8BC05}"/>
              </a:ext>
            </a:extLst>
          </p:cNvPr>
          <p:cNvSpPr/>
          <p:nvPr/>
        </p:nvSpPr>
        <p:spPr>
          <a:xfrm>
            <a:off x="11504507" y="0"/>
            <a:ext cx="687493"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hidden="1">
            <a:extLst>
              <a:ext uri="{FF2B5EF4-FFF2-40B4-BE49-F238E27FC236}">
                <a16:creationId xmlns:a16="http://schemas.microsoft.com/office/drawing/2014/main" id="{1C58F15E-3B29-FA0D-33D1-930904DB63AC}"/>
              </a:ext>
            </a:extLst>
          </p:cNvPr>
          <p:cNvSpPr/>
          <p:nvPr userDrawn="1"/>
        </p:nvSpPr>
        <p:spPr>
          <a:xfrm>
            <a:off x="11504507" y="0"/>
            <a:ext cx="687493"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Date Placeholder 3">
            <a:extLst>
              <a:ext uri="{FF2B5EF4-FFF2-40B4-BE49-F238E27FC236}">
                <a16:creationId xmlns:a16="http://schemas.microsoft.com/office/drawing/2014/main" id="{CACE51C6-D285-36B9-E05D-34304BF86607}"/>
              </a:ext>
            </a:extLst>
          </p:cNvPr>
          <p:cNvSpPr>
            <a:spLocks noGrp="1"/>
          </p:cNvSpPr>
          <p:nvPr>
            <p:ph type="dt" sz="half" idx="2"/>
          </p:nvPr>
        </p:nvSpPr>
        <p:spPr>
          <a:xfrm>
            <a:off x="8893929" y="6343955"/>
            <a:ext cx="2202644" cy="365125"/>
          </a:xfrm>
          <a:prstGeom prst="rect">
            <a:avLst/>
          </a:prstGeom>
        </p:spPr>
        <p:txBody>
          <a:bodyPr vert="horz" lIns="91440" tIns="45720" rIns="91440" bIns="45720" rtlCol="0" anchor="ctr"/>
          <a:lstStyle>
            <a:lvl1pPr algn="r" rtl="0">
              <a:defRPr sz="900">
                <a:solidFill>
                  <a:schemeClr val="tx1"/>
                </a:solidFill>
              </a:defRPr>
            </a:lvl1pPr>
          </a:lstStyle>
          <a:p>
            <a:endParaRPr lang="en-US" dirty="0"/>
          </a:p>
        </p:txBody>
      </p:sp>
      <p:sp>
        <p:nvSpPr>
          <p:cNvPr id="12" name="Footer Placeholder 4">
            <a:extLst>
              <a:ext uri="{FF2B5EF4-FFF2-40B4-BE49-F238E27FC236}">
                <a16:creationId xmlns:a16="http://schemas.microsoft.com/office/drawing/2014/main" id="{53C65791-CE33-6F98-64A9-9C6803567DBD}"/>
              </a:ext>
            </a:extLst>
          </p:cNvPr>
          <p:cNvSpPr>
            <a:spLocks noGrp="1"/>
          </p:cNvSpPr>
          <p:nvPr>
            <p:ph type="ftr" sz="quarter" idx="3"/>
          </p:nvPr>
        </p:nvSpPr>
        <p:spPr>
          <a:xfrm>
            <a:off x="678871" y="6343955"/>
            <a:ext cx="2739181" cy="365125"/>
          </a:xfrm>
          <a:prstGeom prst="rect">
            <a:avLst/>
          </a:prstGeom>
        </p:spPr>
        <p:txBody>
          <a:bodyPr vert="horz" lIns="91440" tIns="45720" rIns="91440" bIns="45720" rtlCol="0" anchor="ctr"/>
          <a:lstStyle>
            <a:lvl1pPr algn="l" rtl="0">
              <a:defRPr sz="900">
                <a:solidFill>
                  <a:schemeClr val="tx1"/>
                </a:solidFill>
              </a:defRPr>
            </a:lvl1pPr>
          </a:lstStyle>
          <a:p>
            <a:r>
              <a:rPr lang="en-US"/>
              <a:t>Presentation title</a:t>
            </a:r>
            <a:endParaRPr lang="en-US" dirty="0"/>
          </a:p>
        </p:txBody>
      </p:sp>
      <p:sp>
        <p:nvSpPr>
          <p:cNvPr id="13" name="Slide Number Placeholder 5">
            <a:extLst>
              <a:ext uri="{FF2B5EF4-FFF2-40B4-BE49-F238E27FC236}">
                <a16:creationId xmlns:a16="http://schemas.microsoft.com/office/drawing/2014/main" id="{9C4E2BDE-BF41-53AE-AAF9-E1E0BE6AB889}"/>
              </a:ext>
            </a:extLst>
          </p:cNvPr>
          <p:cNvSpPr>
            <a:spLocks noGrp="1"/>
          </p:cNvSpPr>
          <p:nvPr>
            <p:ph type="sldNum" sz="quarter" idx="4"/>
          </p:nvPr>
        </p:nvSpPr>
        <p:spPr>
          <a:xfrm>
            <a:off x="11147097" y="6343955"/>
            <a:ext cx="357412" cy="365125"/>
          </a:xfrm>
          <a:prstGeom prst="rect">
            <a:avLst/>
          </a:prstGeom>
        </p:spPr>
        <p:txBody>
          <a:bodyPr vert="horz" lIns="91440" tIns="45720" rIns="91440" bIns="45720" rtlCol="0" anchor="ctr"/>
          <a:lstStyle>
            <a:lvl1pPr algn="r" rtl="0">
              <a:defRPr sz="900">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309491445"/>
      </p:ext>
    </p:extLst>
  </p:cSld>
  <p:clrMap bg1="dk1" tx1="lt1" bg2="dk2" tx2="lt2" accent1="accent1" accent2="accent2" accent3="accent3" accent4="accent4" accent5="accent5" accent6="accent6" hlink="hlink" folHlink="folHlink"/>
  <p:sldLayoutIdLst>
    <p:sldLayoutId id="2147484012" r:id="rId1"/>
    <p:sldLayoutId id="2147484013" r:id="rId2"/>
    <p:sldLayoutId id="2147484014" r:id="rId3"/>
    <p:sldLayoutId id="2147484015" r:id="rId4"/>
    <p:sldLayoutId id="2147484016" r:id="rId5"/>
    <p:sldLayoutId id="2147484017" r:id="rId6"/>
    <p:sldLayoutId id="2147484018" r:id="rId7"/>
    <p:sldLayoutId id="2147484019" r:id="rId8"/>
    <p:sldLayoutId id="2147484020" r:id="rId9"/>
    <p:sldLayoutId id="2147484021" r:id="rId10"/>
    <p:sldLayoutId id="2147484022" r:id="rId11"/>
    <p:sldLayoutId id="2147484023" r:id="rId12"/>
    <p:sldLayoutId id="2147484024" r:id="rId13"/>
    <p:sldLayoutId id="2147484025" r:id="rId14"/>
    <p:sldLayoutId id="2147484026" r:id="rId15"/>
    <p:sldLayoutId id="2147484027" r:id="rId16"/>
    <p:sldLayoutId id="2147484028" r:id="rId17"/>
    <p:sldLayoutId id="2147484029" r:id="rId18"/>
    <p:sldLayoutId id="2147484030" r:id="rId19"/>
    <p:sldLayoutId id="2147484031" r:id="rId20"/>
    <p:sldLayoutId id="2147484032" r:id="rId21"/>
    <p:sldLayoutId id="2147484033" r:id="rId22"/>
    <p:sldLayoutId id="2147484034" r:id="rId23"/>
    <p:sldLayoutId id="2147484035" r:id="rId24"/>
    <p:sldLayoutId id="2147484036" r:id="rId25"/>
    <p:sldLayoutId id="2147484037" r:id="rId26"/>
    <p:sldLayoutId id="2147484038" r:id="rId27"/>
    <p:sldLayoutId id="2147484039" r:id="rId28"/>
    <p:sldLayoutId id="2147484040" r:id="rId29"/>
    <p:sldLayoutId id="2147484041" r:id="rId30"/>
    <p:sldLayoutId id="2147484042" r:id="rId31"/>
    <p:sldLayoutId id="2147484043" r:id="rId32"/>
    <p:sldLayoutId id="2147484044" r:id="rId33"/>
    <p:sldLayoutId id="2147484045" r:id="rId34"/>
    <p:sldLayoutId id="2147484046" r:id="rId35"/>
    <p:sldLayoutId id="2147484047" r:id="rId36"/>
    <p:sldLayoutId id="2147484048" r:id="rId37"/>
    <p:sldLayoutId id="2147484049" r:id="rId38"/>
    <p:sldLayoutId id="2147484050" r:id="rId39"/>
    <p:sldLayoutId id="2147484051" r:id="rId40"/>
    <p:sldLayoutId id="2147484052" r:id="rId41"/>
    <p:sldLayoutId id="2147484053" r:id="rId42"/>
    <p:sldLayoutId id="2147484054" r:id="rId43"/>
    <p:sldLayoutId id="2147484055" r:id="rId44"/>
    <p:sldLayoutId id="2147484056" r:id="rId45"/>
    <p:sldLayoutId id="2147484057" r:id="rId46"/>
    <p:sldLayoutId id="2147484058" r:id="rId47"/>
    <p:sldLayoutId id="2147484059" r:id="rId48"/>
    <p:sldLayoutId id="2147484060" r:id="rId49"/>
    <p:sldLayoutId id="2147484061" r:id="rId50"/>
    <p:sldLayoutId id="2147484062" r:id="rId51"/>
    <p:sldLayoutId id="2147484063" r:id="rId52"/>
  </p:sldLayoutIdLst>
  <p:hf sldNum="0" hdr="0" dt="0"/>
  <p:txStyles>
    <p:titleStyle>
      <a:lvl1pPr algn="l" defTabSz="914400" rtl="0" eaLnBrk="1" latinLnBrk="0" hangingPunct="1">
        <a:lnSpc>
          <a:spcPct val="100000"/>
        </a:lnSpc>
        <a:spcBef>
          <a:spcPct val="0"/>
        </a:spcBef>
        <a:buNone/>
        <a:defRPr sz="2800" b="0" kern="1200" cap="all" spc="600" baseline="0">
          <a:solidFill>
            <a:schemeClr val="tx1"/>
          </a:solidFill>
          <a:latin typeface="+mj-lt"/>
          <a:ea typeface="+mj-ea"/>
          <a:cs typeface="+mj-cs"/>
        </a:defRPr>
      </a:lvl1pPr>
    </p:titleStyle>
    <p:bodyStyle>
      <a:lvl1pPr marL="228600" indent="-228600" algn="l" defTabSz="914400" rtl="0" eaLnBrk="1" latinLnBrk="0" hangingPunct="1">
        <a:lnSpc>
          <a:spcPct val="100000"/>
        </a:lnSpc>
        <a:spcBef>
          <a:spcPts val="1000"/>
        </a:spcBef>
        <a:spcAft>
          <a:spcPts val="600"/>
        </a:spcAft>
        <a:buFont typeface="Arial" panose="020B0604020202020204" pitchFamily="34" charset="0"/>
        <a:buChar char="•"/>
        <a:defRPr sz="1400" kern="1200">
          <a:solidFill>
            <a:schemeClr val="tx1"/>
          </a:solidFill>
          <a:latin typeface="+mn-lt"/>
          <a:ea typeface="+mn-ea"/>
          <a:cs typeface="+mn-cs"/>
        </a:defRPr>
      </a:lvl1pPr>
      <a:lvl2pPr marL="457200" indent="-228600" algn="l" defTabSz="914400" rtl="0" eaLnBrk="1" latinLnBrk="0" hangingPunct="1">
        <a:lnSpc>
          <a:spcPct val="100000"/>
        </a:lnSpc>
        <a:spcBef>
          <a:spcPts val="500"/>
        </a:spcBef>
        <a:spcAft>
          <a:spcPts val="600"/>
        </a:spcAft>
        <a:buFont typeface="Arial" panose="020B0604020202020204" pitchFamily="34" charset="0"/>
        <a:buChar char="•"/>
        <a:defRPr sz="1400" kern="1200">
          <a:solidFill>
            <a:schemeClr val="tx1"/>
          </a:solidFill>
          <a:latin typeface="+mn-lt"/>
          <a:ea typeface="+mn-ea"/>
          <a:cs typeface="+mn-cs"/>
        </a:defRPr>
      </a:lvl2pPr>
      <a:lvl3pPr marL="685800" indent="-228600" algn="l" defTabSz="914400" rtl="0" eaLnBrk="1" latinLnBrk="0" hangingPunct="1">
        <a:lnSpc>
          <a:spcPct val="100000"/>
        </a:lnSpc>
        <a:spcBef>
          <a:spcPts val="500"/>
        </a:spcBef>
        <a:spcAft>
          <a:spcPts val="600"/>
        </a:spcAft>
        <a:buFont typeface="Arial" panose="020B0604020202020204" pitchFamily="34" charset="0"/>
        <a:buChar char="•"/>
        <a:defRPr sz="1400" kern="1200">
          <a:solidFill>
            <a:schemeClr val="tx1"/>
          </a:solidFill>
          <a:latin typeface="+mn-lt"/>
          <a:ea typeface="+mn-ea"/>
          <a:cs typeface="+mn-cs"/>
        </a:defRPr>
      </a:lvl3pPr>
      <a:lvl4pPr marL="914400" indent="-228600" algn="l" defTabSz="914400" rtl="0" eaLnBrk="1" latinLnBrk="0" hangingPunct="1">
        <a:lnSpc>
          <a:spcPct val="100000"/>
        </a:lnSpc>
        <a:spcBef>
          <a:spcPts val="500"/>
        </a:spcBef>
        <a:spcAft>
          <a:spcPts val="600"/>
        </a:spcAft>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00000"/>
        </a:lnSpc>
        <a:spcBef>
          <a:spcPts val="500"/>
        </a:spcBef>
        <a:spcAft>
          <a:spcPts val="600"/>
        </a:spcAft>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7" orient="horz" pos="2160" userDrawn="1">
          <p15:clr>
            <a:srgbClr val="F26B43"/>
          </p15:clr>
        </p15:guide>
        <p15:guide id="28" pos="3840" userDrawn="1">
          <p15:clr>
            <a:srgbClr val="F26B43"/>
          </p15:clr>
        </p15:guide>
        <p15:guide id="29" pos="7296" userDrawn="1">
          <p15:clr>
            <a:srgbClr val="F26B43"/>
          </p15:clr>
        </p15:guide>
        <p15:guide id="30" pos="384"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2" Type="http://schemas.openxmlformats.org/officeDocument/2006/relationships/image" Target="../media/image29.tmp"/><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30.tmp"/><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31.tmp"/><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2" Type="http://schemas.openxmlformats.org/officeDocument/2006/relationships/image" Target="../media/image32.tmp"/><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33.tmp"/><Relationship Id="rId1" Type="http://schemas.openxmlformats.org/officeDocument/2006/relationships/slideLayout" Target="../slideLayouts/slideLayout20.xml"/></Relationships>
</file>

<file path=ppt/slides/_rels/slide17.xml.rels><?xml version="1.0" encoding="UTF-8" standalone="yes"?>
<Relationships xmlns="http://schemas.openxmlformats.org/package/2006/relationships"><Relationship Id="rId2" Type="http://schemas.openxmlformats.org/officeDocument/2006/relationships/image" Target="../media/image34.tmp"/><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22.xml.rels><?xml version="1.0" encoding="UTF-8" standalone="yes"?>
<Relationships xmlns="http://schemas.openxmlformats.org/package/2006/relationships"><Relationship Id="rId2" Type="http://schemas.openxmlformats.org/officeDocument/2006/relationships/hyperlink" Target="https://public.tableau.com/views/OptimisingHigh-CostMedicineUtilisationAcrossNHSTrusts/Top5TrustsbyAverageCostperUnit?:language=en-GB&amp;:sid=&amp;:redirect=auth&amp;:display_count=n&amp;:origin=viz_share_link" TargetMode="External"/><Relationship Id="rId1" Type="http://schemas.openxmlformats.org/officeDocument/2006/relationships/slideLayout" Target="../slideLayouts/slideLayout5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2872FD-7E92-C3C8-5956-A6C41548252E}"/>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F01FB9CD-CBF7-C634-8B2F-5E2490FDF9F0}"/>
              </a:ext>
            </a:extLst>
          </p:cNvPr>
          <p:cNvSpPr>
            <a:spLocks noGrp="1"/>
          </p:cNvSpPr>
          <p:nvPr>
            <p:ph type="ctrTitle"/>
          </p:nvPr>
        </p:nvSpPr>
        <p:spPr>
          <a:xfrm>
            <a:off x="2065867" y="2680885"/>
            <a:ext cx="9211733" cy="1295400"/>
          </a:xfrm>
        </p:spPr>
        <p:txBody>
          <a:bodyPr>
            <a:noAutofit/>
          </a:bodyPr>
          <a:lstStyle/>
          <a:p>
            <a:r>
              <a:rPr lang="en-US" sz="4800" b="1" cap="none" spc="0"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ea typeface="+mj-lt"/>
                <a:cs typeface="+mj-lt"/>
              </a:rPr>
              <a:t>Optimising High-Cost Medicine </a:t>
            </a:r>
            <a:r>
              <a:rPr lang="en-US" sz="4800" b="1" cap="none" spc="0" dirty="0" err="1">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ea typeface="+mj-lt"/>
                <a:cs typeface="+mj-lt"/>
              </a:rPr>
              <a:t>Utilisation</a:t>
            </a:r>
            <a:r>
              <a:rPr lang="en-US" sz="4800" b="1" cap="none" spc="0"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ea typeface="+mj-lt"/>
                <a:cs typeface="+mj-lt"/>
              </a:rPr>
              <a:t> Across NHS Trusts</a:t>
            </a:r>
            <a:endParaRPr lang="en-US" sz="4800" b="1" cap="none" spc="0"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endParaRPr>
          </a:p>
        </p:txBody>
      </p:sp>
      <p:sp>
        <p:nvSpPr>
          <p:cNvPr id="4" name="Subtitle 3">
            <a:extLst>
              <a:ext uri="{FF2B5EF4-FFF2-40B4-BE49-F238E27FC236}">
                <a16:creationId xmlns:a16="http://schemas.microsoft.com/office/drawing/2014/main" id="{D8319D33-1EDC-2FD6-1393-613ECEB01295}"/>
              </a:ext>
            </a:extLst>
          </p:cNvPr>
          <p:cNvSpPr>
            <a:spLocks noGrp="1"/>
          </p:cNvSpPr>
          <p:nvPr>
            <p:ph type="subTitle" idx="1"/>
          </p:nvPr>
        </p:nvSpPr>
        <p:spPr>
          <a:xfrm>
            <a:off x="6248400" y="4270248"/>
            <a:ext cx="5029200" cy="685800"/>
          </a:xfrm>
        </p:spPr>
        <p:txBody>
          <a:bodyPr>
            <a:normAutofit/>
          </a:bodyPr>
          <a:lstStyle/>
          <a:p>
            <a:r>
              <a:rPr lang="en-US" sz="2800" b="1" dirty="0"/>
              <a:t>By </a:t>
            </a:r>
            <a:r>
              <a:rPr lang="en-US" sz="2800" b="1" dirty="0" err="1"/>
              <a:t>Jewel.N</a:t>
            </a:r>
            <a:r>
              <a:rPr lang="en-US" sz="2800" b="1" dirty="0"/>
              <a:t> data analyst</a:t>
            </a:r>
          </a:p>
        </p:txBody>
      </p:sp>
      <p:pic>
        <p:nvPicPr>
          <p:cNvPr id="2" name="Picture 1">
            <a:extLst>
              <a:ext uri="{FF2B5EF4-FFF2-40B4-BE49-F238E27FC236}">
                <a16:creationId xmlns:a16="http://schemas.microsoft.com/office/drawing/2014/main" id="{C0574A8C-487E-A7D0-8A79-47C79D4F665C}"/>
              </a:ext>
            </a:extLst>
          </p:cNvPr>
          <p:cNvPicPr>
            <a:picLocks noChangeAspect="1"/>
          </p:cNvPicPr>
          <p:nvPr/>
        </p:nvPicPr>
        <p:blipFill>
          <a:blip r:embed="rId3"/>
          <a:stretch>
            <a:fillRect/>
          </a:stretch>
        </p:blipFill>
        <p:spPr>
          <a:xfrm>
            <a:off x="8829675" y="5495925"/>
            <a:ext cx="3362325" cy="1362075"/>
          </a:xfrm>
          <a:prstGeom prst="rect">
            <a:avLst/>
          </a:prstGeom>
        </p:spPr>
      </p:pic>
    </p:spTree>
    <p:extLst>
      <p:ext uri="{BB962C8B-B14F-4D97-AF65-F5344CB8AC3E}">
        <p14:creationId xmlns:p14="http://schemas.microsoft.com/office/powerpoint/2010/main" val="23296142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19C60-9EA9-9B2F-46C2-4CCE65F704BB}"/>
              </a:ext>
            </a:extLst>
          </p:cNvPr>
          <p:cNvSpPr>
            <a:spLocks noGrp="1"/>
          </p:cNvSpPr>
          <p:nvPr>
            <p:ph type="ctrTitle"/>
          </p:nvPr>
        </p:nvSpPr>
        <p:spPr>
          <a:xfrm>
            <a:off x="2887133" y="4659964"/>
            <a:ext cx="9304867" cy="1981200"/>
          </a:xfrm>
        </p:spPr>
        <p:txBody>
          <a:bodyPr>
            <a:normAutofit/>
          </a:bodyPr>
          <a:lstStyle/>
          <a:p>
            <a:r>
              <a:rPr lang="en-GB" sz="1600" dirty="0">
                <a:solidFill>
                  <a:srgbClr val="00B050"/>
                </a:solidFill>
                <a:ea typeface="+mj-lt"/>
                <a:cs typeface="+mj-lt"/>
              </a:rPr>
              <a:t>https://opendata.nhsbsa.net/dataset/finalised-secondary-care-medicines-data-scmd-with-indicative-price</a:t>
            </a:r>
            <a:endParaRPr lang="en-US" sz="1600" dirty="0">
              <a:solidFill>
                <a:srgbClr val="00B050"/>
              </a:solidFill>
            </a:endParaRPr>
          </a:p>
        </p:txBody>
      </p:sp>
      <p:sp>
        <p:nvSpPr>
          <p:cNvPr id="3" name="Subtitle 2">
            <a:extLst>
              <a:ext uri="{FF2B5EF4-FFF2-40B4-BE49-F238E27FC236}">
                <a16:creationId xmlns:a16="http://schemas.microsoft.com/office/drawing/2014/main" id="{A3F06326-16FB-FD31-53FB-3383BB00FB61}"/>
              </a:ext>
            </a:extLst>
          </p:cNvPr>
          <p:cNvSpPr>
            <a:spLocks noGrp="1"/>
          </p:cNvSpPr>
          <p:nvPr>
            <p:ph type="subTitle" idx="1"/>
          </p:nvPr>
        </p:nvSpPr>
        <p:spPr/>
        <p:txBody>
          <a:bodyPr>
            <a:normAutofit/>
          </a:bodyPr>
          <a:lstStyle/>
          <a:p>
            <a:endParaRPr lang="en-GB" dirty="0"/>
          </a:p>
        </p:txBody>
      </p:sp>
      <p:sp>
        <p:nvSpPr>
          <p:cNvPr id="4" name="Rectangle 3">
            <a:extLst>
              <a:ext uri="{FF2B5EF4-FFF2-40B4-BE49-F238E27FC236}">
                <a16:creationId xmlns:a16="http://schemas.microsoft.com/office/drawing/2014/main" id="{1A70321E-0A5E-D3D1-87D9-531FB023DDA4}"/>
              </a:ext>
            </a:extLst>
          </p:cNvPr>
          <p:cNvSpPr/>
          <p:nvPr/>
        </p:nvSpPr>
        <p:spPr>
          <a:xfrm>
            <a:off x="1660277" y="2606720"/>
            <a:ext cx="10293844" cy="1754326"/>
          </a:xfrm>
          <a:prstGeom prst="rect">
            <a:avLst/>
          </a:prstGeom>
          <a:noFill/>
        </p:spPr>
        <p:txBody>
          <a:bodyPr wrap="none" lIns="91440" tIns="45720" rIns="91440" bIns="45720">
            <a:spAutoFit/>
          </a:bodyPr>
          <a:lstStyle/>
          <a:p>
            <a:pPr algn="ctr"/>
            <a:r>
              <a:rPr lang="en-GB" sz="3600" b="1" cap="none" spc="0" dirty="0">
                <a:ln w="0"/>
                <a:solidFill>
                  <a:schemeClr val="accent1"/>
                </a:solidFill>
                <a:effectLst>
                  <a:outerShdw blurRad="38100" dist="25400" dir="5400000" algn="ctr" rotWithShape="0">
                    <a:srgbClr val="6E747A">
                      <a:alpha val="43000"/>
                    </a:srgbClr>
                  </a:outerShdw>
                </a:effectLst>
              </a:rPr>
              <a:t>Dataset used - (Finalised) - Secondary </a:t>
            </a:r>
          </a:p>
          <a:p>
            <a:pPr algn="ctr"/>
            <a:r>
              <a:rPr lang="en-GB" sz="3600" b="1" cap="none" spc="0" dirty="0">
                <a:ln w="0"/>
                <a:solidFill>
                  <a:schemeClr val="accent1"/>
                </a:solidFill>
                <a:effectLst>
                  <a:outerShdw blurRad="38100" dist="25400" dir="5400000" algn="ctr" rotWithShape="0">
                    <a:srgbClr val="6E747A">
                      <a:alpha val="43000"/>
                    </a:srgbClr>
                  </a:outerShdw>
                </a:effectLst>
              </a:rPr>
              <a:t>Care Medicines </a:t>
            </a:r>
          </a:p>
          <a:p>
            <a:pPr algn="ctr"/>
            <a:r>
              <a:rPr lang="en-GB" sz="3600" b="1" cap="none" spc="0" dirty="0">
                <a:ln w="0"/>
                <a:solidFill>
                  <a:schemeClr val="accent1"/>
                </a:solidFill>
                <a:effectLst>
                  <a:outerShdw blurRad="38100" dist="25400" dir="5400000" algn="ctr" rotWithShape="0">
                    <a:srgbClr val="6E747A">
                      <a:alpha val="43000"/>
                    </a:srgbClr>
                  </a:outerShdw>
                </a:effectLst>
              </a:rPr>
              <a:t>Data (SCMD) with indicative price - Mar 2025</a:t>
            </a:r>
          </a:p>
        </p:txBody>
      </p:sp>
      <p:pic>
        <p:nvPicPr>
          <p:cNvPr id="5" name="Picture 4">
            <a:extLst>
              <a:ext uri="{FF2B5EF4-FFF2-40B4-BE49-F238E27FC236}">
                <a16:creationId xmlns:a16="http://schemas.microsoft.com/office/drawing/2014/main" id="{BBA8E9F6-35D5-2679-569B-1B1A87828E9C}"/>
              </a:ext>
            </a:extLst>
          </p:cNvPr>
          <p:cNvPicPr>
            <a:picLocks noChangeAspect="1"/>
          </p:cNvPicPr>
          <p:nvPr/>
        </p:nvPicPr>
        <p:blipFill>
          <a:blip r:embed="rId2"/>
          <a:stretch>
            <a:fillRect/>
          </a:stretch>
        </p:blipFill>
        <p:spPr>
          <a:xfrm>
            <a:off x="9572625" y="0"/>
            <a:ext cx="2619375" cy="1743075"/>
          </a:xfrm>
          <a:prstGeom prst="rect">
            <a:avLst/>
          </a:prstGeom>
        </p:spPr>
      </p:pic>
    </p:spTree>
    <p:extLst>
      <p:ext uri="{BB962C8B-B14F-4D97-AF65-F5344CB8AC3E}">
        <p14:creationId xmlns:p14="http://schemas.microsoft.com/office/powerpoint/2010/main" val="23909095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68786F-8168-718B-00DE-B7478B9BE5E4}"/>
              </a:ext>
            </a:extLst>
          </p:cNvPr>
          <p:cNvSpPr>
            <a:spLocks noGrp="1"/>
          </p:cNvSpPr>
          <p:nvPr>
            <p:ph type="title"/>
          </p:nvPr>
        </p:nvSpPr>
        <p:spPr/>
        <p:txBody>
          <a:bodyPr>
            <a:normAutofit/>
          </a:bodyPr>
          <a:lstStyle/>
          <a:p>
            <a:r>
              <a:rPr lang="en-GB" sz="4000" b="1" dirty="0">
                <a:solidFill>
                  <a:srgbClr val="FFFF00"/>
                </a:solidFill>
                <a:latin typeface="Aptos"/>
              </a:rPr>
              <a:t>Business Problem</a:t>
            </a:r>
            <a:endParaRPr lang="en-US" sz="4000" b="1" dirty="0"/>
          </a:p>
        </p:txBody>
      </p:sp>
      <p:sp>
        <p:nvSpPr>
          <p:cNvPr id="3" name="Content Placeholder 2">
            <a:extLst>
              <a:ext uri="{FF2B5EF4-FFF2-40B4-BE49-F238E27FC236}">
                <a16:creationId xmlns:a16="http://schemas.microsoft.com/office/drawing/2014/main" id="{71BE3FAD-F1FC-BE74-3803-B6043B442EA7}"/>
              </a:ext>
            </a:extLst>
          </p:cNvPr>
          <p:cNvSpPr>
            <a:spLocks noGrp="1"/>
          </p:cNvSpPr>
          <p:nvPr>
            <p:ph idx="1"/>
          </p:nvPr>
        </p:nvSpPr>
        <p:spPr/>
        <p:txBody>
          <a:bodyPr vert="horz" lIns="91440" tIns="45720" rIns="91440" bIns="45720" rtlCol="0" anchor="t">
            <a:normAutofit fontScale="92500"/>
          </a:bodyPr>
          <a:lstStyle/>
          <a:p>
            <a:r>
              <a:rPr lang="en-GB" sz="2400" dirty="0">
                <a:solidFill>
                  <a:srgbClr val="FFFF00"/>
                </a:solidFill>
                <a:latin typeface="Aptos"/>
              </a:rPr>
              <a:t>Secondary care medicines represent a significant portion of NHS expenditure. Variation in prescribing volumes and indicative costs across NHS Trusts may suggest:</a:t>
            </a:r>
            <a:endParaRPr lang="en-GB" sz="2400" dirty="0">
              <a:solidFill>
                <a:srgbClr val="FFFF00"/>
              </a:solidFill>
            </a:endParaRPr>
          </a:p>
          <a:p>
            <a:r>
              <a:rPr lang="en-GB" sz="2400" dirty="0">
                <a:solidFill>
                  <a:srgbClr val="FFFF00"/>
                </a:solidFill>
                <a:latin typeface="Aptos"/>
              </a:rPr>
              <a:t>Inefficient procurement practices</a:t>
            </a:r>
            <a:endParaRPr lang="en-GB" sz="2400" dirty="0">
              <a:solidFill>
                <a:srgbClr val="FFFF00"/>
              </a:solidFill>
            </a:endParaRPr>
          </a:p>
          <a:p>
            <a:r>
              <a:rPr lang="en-GB" sz="2400" dirty="0">
                <a:solidFill>
                  <a:srgbClr val="FFFF00"/>
                </a:solidFill>
                <a:latin typeface="Aptos"/>
              </a:rPr>
              <a:t>Variation in clinical pathways</a:t>
            </a:r>
            <a:endParaRPr lang="en-GB" sz="2400" dirty="0">
              <a:solidFill>
                <a:srgbClr val="FFFF00"/>
              </a:solidFill>
            </a:endParaRPr>
          </a:p>
          <a:p>
            <a:r>
              <a:rPr lang="en-GB" sz="2400" dirty="0">
                <a:solidFill>
                  <a:srgbClr val="FFFF00"/>
                </a:solidFill>
                <a:latin typeface="Aptos"/>
              </a:rPr>
              <a:t>Overuse of high-cost medicines</a:t>
            </a:r>
            <a:endParaRPr lang="en-GB" sz="2400" dirty="0">
              <a:solidFill>
                <a:srgbClr val="FFFF00"/>
              </a:solidFill>
            </a:endParaRPr>
          </a:p>
          <a:p>
            <a:r>
              <a:rPr lang="en-GB" sz="2400" dirty="0">
                <a:solidFill>
                  <a:srgbClr val="FFFF00"/>
                </a:solidFill>
                <a:latin typeface="Aptos"/>
              </a:rPr>
              <a:t>Opportunities for biosimilar or generic substitution</a:t>
            </a:r>
            <a:endParaRPr lang="en-GB" sz="2400" dirty="0">
              <a:solidFill>
                <a:srgbClr val="FFFF00"/>
              </a:solidFill>
            </a:endParaRPr>
          </a:p>
          <a:p>
            <a:r>
              <a:rPr lang="en-GB" sz="2400" dirty="0">
                <a:solidFill>
                  <a:srgbClr val="FFFF00"/>
                </a:solidFill>
                <a:latin typeface="Aptos"/>
              </a:rPr>
              <a:t>The task is to identify cost-saving and efficiency opportunities without compromising clinical care.</a:t>
            </a:r>
            <a:br>
              <a:rPr lang="en-US" sz="2000" dirty="0"/>
            </a:br>
            <a:endParaRPr lang="en-US" sz="2000" dirty="0"/>
          </a:p>
        </p:txBody>
      </p:sp>
      <p:sp>
        <p:nvSpPr>
          <p:cNvPr id="4" name="Footer Placeholder 3">
            <a:extLst>
              <a:ext uri="{FF2B5EF4-FFF2-40B4-BE49-F238E27FC236}">
                <a16:creationId xmlns:a16="http://schemas.microsoft.com/office/drawing/2014/main" id="{8CFC5F70-E92A-56BC-15D9-93243571ED6A}"/>
              </a:ext>
            </a:extLst>
          </p:cNvPr>
          <p:cNvSpPr>
            <a:spLocks noGrp="1"/>
          </p:cNvSpPr>
          <p:nvPr>
            <p:ph type="ftr" sz="quarter" idx="11"/>
          </p:nvPr>
        </p:nvSpPr>
        <p:spPr/>
        <p:txBody>
          <a:bodyPr/>
          <a:lstStyle/>
          <a:p>
            <a:r>
              <a:rPr lang="en-US"/>
              <a:t>Presentation title</a:t>
            </a:r>
            <a:endParaRPr lang="en-US" dirty="0"/>
          </a:p>
        </p:txBody>
      </p:sp>
      <p:pic>
        <p:nvPicPr>
          <p:cNvPr id="5" name="Picture 4">
            <a:extLst>
              <a:ext uri="{FF2B5EF4-FFF2-40B4-BE49-F238E27FC236}">
                <a16:creationId xmlns:a16="http://schemas.microsoft.com/office/drawing/2014/main" id="{FC230E68-D83E-CE64-F3C4-0AE4773398E5}"/>
              </a:ext>
            </a:extLst>
          </p:cNvPr>
          <p:cNvPicPr>
            <a:picLocks noChangeAspect="1"/>
          </p:cNvPicPr>
          <p:nvPr/>
        </p:nvPicPr>
        <p:blipFill>
          <a:blip r:embed="rId2"/>
          <a:stretch>
            <a:fillRect/>
          </a:stretch>
        </p:blipFill>
        <p:spPr>
          <a:xfrm>
            <a:off x="8749770" y="2887662"/>
            <a:ext cx="2143125" cy="1590675"/>
          </a:xfrm>
          <a:prstGeom prst="rect">
            <a:avLst/>
          </a:prstGeom>
        </p:spPr>
      </p:pic>
    </p:spTree>
    <p:extLst>
      <p:ext uri="{BB962C8B-B14F-4D97-AF65-F5344CB8AC3E}">
        <p14:creationId xmlns:p14="http://schemas.microsoft.com/office/powerpoint/2010/main" val="5938619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1A24E9-C92F-8E97-4E10-AC2DA13E17A8}"/>
              </a:ext>
            </a:extLst>
          </p:cNvPr>
          <p:cNvSpPr>
            <a:spLocks noGrp="1"/>
          </p:cNvSpPr>
          <p:nvPr>
            <p:ph type="title"/>
          </p:nvPr>
        </p:nvSpPr>
        <p:spPr>
          <a:xfrm>
            <a:off x="1202268" y="244131"/>
            <a:ext cx="10302240" cy="1135838"/>
          </a:xfrm>
        </p:spPr>
        <p:txBody>
          <a:bodyPr anchor="b">
            <a:noAutofit/>
          </a:bodyPr>
          <a:lstStyle/>
          <a:p>
            <a:r>
              <a:rPr lang="en-GB" sz="4400" b="1" dirty="0">
                <a:solidFill>
                  <a:srgbClr val="00B0F0"/>
                </a:solidFill>
              </a:rPr>
              <a:t>Business questions pt 1</a:t>
            </a:r>
            <a:endParaRPr lang="en-US" sz="4400" b="1" dirty="0">
              <a:solidFill>
                <a:srgbClr val="00B0F0"/>
              </a:solidFill>
            </a:endParaRPr>
          </a:p>
        </p:txBody>
      </p:sp>
      <p:sp>
        <p:nvSpPr>
          <p:cNvPr id="3" name="Content Placeholder 2">
            <a:extLst>
              <a:ext uri="{FF2B5EF4-FFF2-40B4-BE49-F238E27FC236}">
                <a16:creationId xmlns:a16="http://schemas.microsoft.com/office/drawing/2014/main" id="{115CB6B9-C351-BEA2-2B44-4F1D4703BE23}"/>
              </a:ext>
            </a:extLst>
          </p:cNvPr>
          <p:cNvSpPr>
            <a:spLocks noGrp="1"/>
          </p:cNvSpPr>
          <p:nvPr>
            <p:ph sz="quarter" idx="13"/>
          </p:nvPr>
        </p:nvSpPr>
        <p:spPr>
          <a:xfrm>
            <a:off x="678366" y="1535151"/>
            <a:ext cx="10826141" cy="3419856"/>
          </a:xfrm>
        </p:spPr>
        <p:txBody>
          <a:bodyPr vert="horz" lIns="91440" tIns="45720" rIns="91440" bIns="45720" rtlCol="0" anchor="t">
            <a:noAutofit/>
          </a:bodyPr>
          <a:lstStyle/>
          <a:p>
            <a:pPr marL="0" indent="0">
              <a:lnSpc>
                <a:spcPct val="90000"/>
              </a:lnSpc>
              <a:buNone/>
            </a:pPr>
            <a:r>
              <a:rPr lang="en-GB" sz="2000" b="1" dirty="0">
                <a:solidFill>
                  <a:srgbClr val="00B0F0"/>
                </a:solidFill>
              </a:rPr>
              <a:t>Which high-cost medicines show the greatest variation in usage and indicative spend across NHS Trusts?</a:t>
            </a:r>
          </a:p>
          <a:p>
            <a:pPr marL="0" indent="0">
              <a:lnSpc>
                <a:spcPct val="90000"/>
              </a:lnSpc>
              <a:buNone/>
            </a:pPr>
            <a:r>
              <a:rPr lang="en-GB" sz="1600" dirty="0">
                <a:solidFill>
                  <a:srgbClr val="00B0F0"/>
                </a:solidFill>
              </a:rPr>
              <a:t>This question aims to identify medicines where prescribing volumes and indicative costs vary significantly between NHS Trusts, after adjusting for factors such as Trust size, case mix, and specialty focus. High variation may indicate differences in prescribing behaviour, procurement efficiency, or adherence to clinical guidelines. By analysing metrics such as spend per patient, volume per 1,000 admissions, and unit cost variation, we can detect outliers and prioritise medicines for deeper review. Medicines showing both high total spend and wide variation represent the strongest opportunities for standardisation and potential cost optimisation.</a:t>
            </a:r>
          </a:p>
          <a:p>
            <a:pPr marL="0" indent="0">
              <a:lnSpc>
                <a:spcPct val="90000"/>
              </a:lnSpc>
              <a:buNone/>
            </a:pPr>
            <a:r>
              <a:rPr lang="en-GB" sz="2000" b="1" dirty="0">
                <a:solidFill>
                  <a:srgbClr val="00B0F0"/>
                </a:solidFill>
              </a:rPr>
              <a:t>Where are there opportunities for cost reduction through generic or biosimilar substitution without affecting patient care?</a:t>
            </a:r>
          </a:p>
          <a:p>
            <a:pPr marL="0" indent="0">
              <a:lnSpc>
                <a:spcPct val="90000"/>
              </a:lnSpc>
              <a:buNone/>
            </a:pPr>
            <a:r>
              <a:rPr lang="en-GB" sz="1600" dirty="0">
                <a:solidFill>
                  <a:srgbClr val="00B0F0"/>
                </a:solidFill>
              </a:rPr>
              <a:t>This question focuses on identifying high-cost medicines that have clinically equivalent lower-cost alternatives, such as generics or biosimilars. The analysis should assess current uptake rates across Trusts, comparing originator versus alternative usage patterns. Trusts with low adoption of approved substitutes may represent clear savings opportunities. The evaluation must incorporate NICE guidance, clinical equivalence evidence, and switching feasibility to ensure patient outcomes are not compromised. Estimating the financial impact of increasing substitution rates to national benchmark levels will quantify potential system-wide savings while maintaining treatment quality and safety standards.</a:t>
            </a:r>
          </a:p>
          <a:p>
            <a:pPr marL="0" indent="0">
              <a:lnSpc>
                <a:spcPct val="90000"/>
              </a:lnSpc>
              <a:buNone/>
            </a:pPr>
            <a:endParaRPr lang="en-GB" sz="1100" dirty="0"/>
          </a:p>
          <a:p>
            <a:pPr>
              <a:lnSpc>
                <a:spcPct val="90000"/>
              </a:lnSpc>
            </a:pPr>
            <a:endParaRPr lang="en-GB" sz="1100" dirty="0"/>
          </a:p>
        </p:txBody>
      </p:sp>
      <p:sp>
        <p:nvSpPr>
          <p:cNvPr id="9" name="Footer Placeholder 3">
            <a:extLst>
              <a:ext uri="{FF2B5EF4-FFF2-40B4-BE49-F238E27FC236}">
                <a16:creationId xmlns:a16="http://schemas.microsoft.com/office/drawing/2014/main" id="{4F183ABF-C79C-EBE4-5167-D83D78D70B05}"/>
              </a:ext>
            </a:extLst>
          </p:cNvPr>
          <p:cNvSpPr>
            <a:spLocks noGrp="1"/>
          </p:cNvSpPr>
          <p:nvPr>
            <p:ph type="ftr" sz="quarter" idx="15"/>
          </p:nvPr>
        </p:nvSpPr>
        <p:spPr>
          <a:xfrm>
            <a:off x="678871" y="6343955"/>
            <a:ext cx="2739181" cy="365125"/>
          </a:xfrm>
        </p:spPr>
        <p:txBody>
          <a:bodyPr/>
          <a:lstStyle/>
          <a:p>
            <a:pPr>
              <a:spcAft>
                <a:spcPts val="600"/>
              </a:spcAft>
            </a:pPr>
            <a:r>
              <a:rPr lang="en-US"/>
              <a:t>Presentation title</a:t>
            </a:r>
          </a:p>
        </p:txBody>
      </p:sp>
    </p:spTree>
    <p:extLst>
      <p:ext uri="{BB962C8B-B14F-4D97-AF65-F5344CB8AC3E}">
        <p14:creationId xmlns:p14="http://schemas.microsoft.com/office/powerpoint/2010/main" val="13279359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090ACD-9781-4C25-ED81-120A8E732917}"/>
              </a:ext>
            </a:extLst>
          </p:cNvPr>
          <p:cNvSpPr>
            <a:spLocks noGrp="1"/>
          </p:cNvSpPr>
          <p:nvPr>
            <p:ph type="title"/>
          </p:nvPr>
        </p:nvSpPr>
        <p:spPr>
          <a:xfrm>
            <a:off x="2336801" y="443201"/>
            <a:ext cx="8896774" cy="1135838"/>
          </a:xfrm>
        </p:spPr>
        <p:txBody>
          <a:bodyPr>
            <a:noAutofit/>
          </a:bodyPr>
          <a:lstStyle/>
          <a:p>
            <a:r>
              <a:rPr lang="en-GB" sz="3600" b="1" dirty="0">
                <a:solidFill>
                  <a:srgbClr val="FFFF00"/>
                </a:solidFill>
              </a:rPr>
              <a:t>Business question pt 2</a:t>
            </a:r>
          </a:p>
        </p:txBody>
      </p:sp>
      <p:sp>
        <p:nvSpPr>
          <p:cNvPr id="3" name="Content Placeholder 2">
            <a:extLst>
              <a:ext uri="{FF2B5EF4-FFF2-40B4-BE49-F238E27FC236}">
                <a16:creationId xmlns:a16="http://schemas.microsoft.com/office/drawing/2014/main" id="{97D58A97-80EE-079A-290D-5CF1BB284DD2}"/>
              </a:ext>
            </a:extLst>
          </p:cNvPr>
          <p:cNvSpPr>
            <a:spLocks noGrp="1"/>
          </p:cNvSpPr>
          <p:nvPr>
            <p:ph sz="quarter" idx="13"/>
          </p:nvPr>
        </p:nvSpPr>
        <p:spPr>
          <a:xfrm>
            <a:off x="2252134" y="2048933"/>
            <a:ext cx="9303174" cy="3419856"/>
          </a:xfrm>
        </p:spPr>
        <p:txBody>
          <a:bodyPr vert="horz" lIns="91440" tIns="45720" rIns="91440" bIns="45720" rtlCol="0" anchor="t">
            <a:noAutofit/>
          </a:bodyPr>
          <a:lstStyle/>
          <a:p>
            <a:pPr marL="0" indent="0">
              <a:buNone/>
            </a:pPr>
            <a:r>
              <a:rPr lang="en-GB" sz="2000" dirty="0">
                <a:solidFill>
                  <a:srgbClr val="00B050"/>
                </a:solidFill>
              </a:rPr>
              <a:t>Which NHS Trusts could improve efficiency in procurement or prescribing practices to optimise overall medicine spend?</a:t>
            </a:r>
          </a:p>
          <a:p>
            <a:pPr marL="0" indent="0">
              <a:buNone/>
            </a:pPr>
            <a:r>
              <a:rPr lang="en-GB" sz="2000" dirty="0">
                <a:solidFill>
                  <a:srgbClr val="00B050"/>
                </a:solidFill>
              </a:rPr>
              <a:t>This question examines performance differences between Trusts to identify those spending disproportionately more on comparable medicines. By benchmarking cost per patient, unit price paid, and therapeutic mix within peer groups, we can detect procurement inefficiencies or prescribing patterns that deviate from best practice. Differences may reflect negotiation capability, contract participation, or clinical pathway variation. Highlighting Trust-level outliers enables targeted interventions such as shared procurement frameworks, prescribing audits, or pathway harmonisation. The objective is not to penalise high-complexity providers, but to uncover unwarranted variation and support sustainable, value-based medicine spending improvements.</a:t>
            </a:r>
          </a:p>
        </p:txBody>
      </p:sp>
      <p:sp>
        <p:nvSpPr>
          <p:cNvPr id="4" name="Footer Placeholder 3">
            <a:extLst>
              <a:ext uri="{FF2B5EF4-FFF2-40B4-BE49-F238E27FC236}">
                <a16:creationId xmlns:a16="http://schemas.microsoft.com/office/drawing/2014/main" id="{0FF111AF-49D8-9BC4-118E-7DB13FAD6912}"/>
              </a:ext>
            </a:extLst>
          </p:cNvPr>
          <p:cNvSpPr>
            <a:spLocks noGrp="1"/>
          </p:cNvSpPr>
          <p:nvPr>
            <p:ph type="ftr" sz="quarter" idx="15"/>
          </p:nvPr>
        </p:nvSpPr>
        <p:spPr/>
        <p:txBody>
          <a:bodyPr/>
          <a:lstStyle/>
          <a:p>
            <a:endParaRPr lang="en-US" dirty="0"/>
          </a:p>
        </p:txBody>
      </p:sp>
    </p:spTree>
    <p:extLst>
      <p:ext uri="{BB962C8B-B14F-4D97-AF65-F5344CB8AC3E}">
        <p14:creationId xmlns:p14="http://schemas.microsoft.com/office/powerpoint/2010/main" val="5823883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FEC5AF-C2A4-54DA-3EF6-A8958199C8A7}"/>
              </a:ext>
            </a:extLst>
          </p:cNvPr>
          <p:cNvSpPr>
            <a:spLocks noGrp="1"/>
          </p:cNvSpPr>
          <p:nvPr>
            <p:ph type="title"/>
          </p:nvPr>
        </p:nvSpPr>
        <p:spPr>
          <a:xfrm>
            <a:off x="1456267" y="290595"/>
            <a:ext cx="9053923" cy="1135838"/>
          </a:xfrm>
        </p:spPr>
        <p:txBody>
          <a:bodyPr>
            <a:normAutofit/>
          </a:bodyPr>
          <a:lstStyle/>
          <a:p>
            <a:r>
              <a:rPr lang="en-GB" sz="4000" b="1" dirty="0">
                <a:solidFill>
                  <a:srgbClr val="7030A0"/>
                </a:solidFill>
              </a:rPr>
              <a:t>Executive Summary </a:t>
            </a:r>
            <a:endParaRPr lang="en-US" sz="4000" b="1" dirty="0">
              <a:solidFill>
                <a:srgbClr val="7030A0"/>
              </a:solidFill>
            </a:endParaRPr>
          </a:p>
        </p:txBody>
      </p:sp>
      <p:sp>
        <p:nvSpPr>
          <p:cNvPr id="3" name="Content Placeholder 2">
            <a:extLst>
              <a:ext uri="{FF2B5EF4-FFF2-40B4-BE49-F238E27FC236}">
                <a16:creationId xmlns:a16="http://schemas.microsoft.com/office/drawing/2014/main" id="{01CF368E-7C32-867A-DE12-ED22EE87A067}"/>
              </a:ext>
            </a:extLst>
          </p:cNvPr>
          <p:cNvSpPr>
            <a:spLocks noGrp="1"/>
          </p:cNvSpPr>
          <p:nvPr>
            <p:ph sz="quarter" idx="13"/>
          </p:nvPr>
        </p:nvSpPr>
        <p:spPr>
          <a:xfrm>
            <a:off x="1012902" y="1432932"/>
            <a:ext cx="10380093" cy="3419856"/>
          </a:xfrm>
        </p:spPr>
        <p:txBody>
          <a:bodyPr vert="horz" lIns="91440" tIns="45720" rIns="91440" bIns="45720" rtlCol="0" anchor="t">
            <a:noAutofit/>
          </a:bodyPr>
          <a:lstStyle/>
          <a:p>
            <a:pPr marL="0" indent="0">
              <a:buNone/>
            </a:pPr>
            <a:r>
              <a:rPr lang="en-GB" sz="2000" b="1" dirty="0">
                <a:solidFill>
                  <a:srgbClr val="7030A0"/>
                </a:solidFill>
              </a:rPr>
              <a:t>This business task is designed for NHS decision-makers, including Trust Chief Pharmacists, Finance Directors, Medicines Optimisation teams, Integrated Care System (ICS) leaders, and national commissioning bodies. These stakeholders are responsible for managing rising secondary care medicine expenditure while safeguarding clinical quality and patient outcomes. By analysing variation in high-cost medicine usage and indicative spend across NHS Trusts, the project will provide clear, evidence-based insights into where inefficiencies may exist in prescribing practices or procurement processes.</a:t>
            </a:r>
            <a:endParaRPr lang="en-US" sz="2000" b="1" dirty="0">
              <a:solidFill>
                <a:srgbClr val="7030A0"/>
              </a:solidFill>
            </a:endParaRPr>
          </a:p>
          <a:p>
            <a:pPr marL="0" indent="0">
              <a:buNone/>
            </a:pPr>
            <a:r>
              <a:rPr lang="en-GB" sz="2000" b="1" dirty="0">
                <a:solidFill>
                  <a:srgbClr val="7030A0"/>
                </a:solidFill>
              </a:rPr>
              <a:t>The impact for this audience is both strategic and financial. The findings will enable targeted cost optimisation through increased biosimilar and generic adoption, improved procurement alignment, and standardised clinical pathways where appropriate. Trust leaders will gain benchmarking visibility against peer organisations, helping them identify actionable savings opportunities without compromising care quality. Ultimately, this work supports sustainable financial management, enhances value-based healthcare delivery, and strengthens system-wide consistency in high-cost medicines management across the NHS.</a:t>
            </a:r>
          </a:p>
          <a:p>
            <a:endParaRPr lang="en-GB" dirty="0"/>
          </a:p>
        </p:txBody>
      </p:sp>
      <p:sp>
        <p:nvSpPr>
          <p:cNvPr id="4" name="Footer Placeholder 3">
            <a:extLst>
              <a:ext uri="{FF2B5EF4-FFF2-40B4-BE49-F238E27FC236}">
                <a16:creationId xmlns:a16="http://schemas.microsoft.com/office/drawing/2014/main" id="{10C9851F-FCB8-A050-7FF6-032E9516D01D}"/>
              </a:ext>
            </a:extLst>
          </p:cNvPr>
          <p:cNvSpPr>
            <a:spLocks noGrp="1"/>
          </p:cNvSpPr>
          <p:nvPr>
            <p:ph type="ftr" sz="quarter" idx="15"/>
          </p:nvPr>
        </p:nvSpPr>
        <p:spPr/>
        <p:txBody>
          <a:bodyPr/>
          <a:lstStyle/>
          <a:p>
            <a:endParaRPr lang="en-US" dirty="0"/>
          </a:p>
        </p:txBody>
      </p:sp>
    </p:spTree>
    <p:extLst>
      <p:ext uri="{BB962C8B-B14F-4D97-AF65-F5344CB8AC3E}">
        <p14:creationId xmlns:p14="http://schemas.microsoft.com/office/powerpoint/2010/main" val="14664241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40BAC8-C49E-2959-2506-6E6C84296105}"/>
              </a:ext>
            </a:extLst>
          </p:cNvPr>
          <p:cNvSpPr>
            <a:spLocks noGrp="1"/>
          </p:cNvSpPr>
          <p:nvPr>
            <p:ph type="title"/>
          </p:nvPr>
        </p:nvSpPr>
        <p:spPr>
          <a:xfrm>
            <a:off x="4572000" y="216253"/>
            <a:ext cx="6932507" cy="1135838"/>
          </a:xfrm>
        </p:spPr>
        <p:txBody>
          <a:bodyPr/>
          <a:lstStyle/>
          <a:p>
            <a:r>
              <a:rPr lang="en-US" b="1" dirty="0"/>
              <a:t>Hypothesis</a:t>
            </a:r>
          </a:p>
        </p:txBody>
      </p:sp>
      <p:sp>
        <p:nvSpPr>
          <p:cNvPr id="3" name="Content Placeholder 2">
            <a:extLst>
              <a:ext uri="{FF2B5EF4-FFF2-40B4-BE49-F238E27FC236}">
                <a16:creationId xmlns:a16="http://schemas.microsoft.com/office/drawing/2014/main" id="{01FB0AFD-90F2-E238-F6DA-06CF014C9B8B}"/>
              </a:ext>
            </a:extLst>
          </p:cNvPr>
          <p:cNvSpPr>
            <a:spLocks noGrp="1"/>
          </p:cNvSpPr>
          <p:nvPr>
            <p:ph sz="quarter" idx="13"/>
          </p:nvPr>
        </p:nvSpPr>
        <p:spPr>
          <a:xfrm>
            <a:off x="287867" y="1637371"/>
            <a:ext cx="11216640" cy="4562856"/>
          </a:xfrm>
        </p:spPr>
        <p:txBody>
          <a:bodyPr vert="horz" lIns="91440" tIns="45720" rIns="91440" bIns="45720" rtlCol="0" anchor="t">
            <a:normAutofit fontScale="25000" lnSpcReduction="20000"/>
          </a:bodyPr>
          <a:lstStyle/>
          <a:p>
            <a:pPr marL="0" indent="0">
              <a:buNone/>
            </a:pPr>
            <a:r>
              <a:rPr lang="en-GB" sz="7200" dirty="0"/>
              <a:t>Variation in the usage and indicative cost of high-cost secondary care medicines across NHS Trusts is significantly influenced by differences in prescribing behaviours, clinical pathway design, and procurement efficiency rather than solely by patient need or case complexity. While some variation is clinically justified due to specialist services, demographic differences, or disease prevalence, a substantial proportion is likely unwarranted and driven by inconsistent adoption of best practice, variable contract negotiation outcomes, and differing levels of uptake of cost-effective generics and biosimilars.</a:t>
            </a:r>
            <a:endParaRPr lang="en-US" sz="7200" dirty="0"/>
          </a:p>
          <a:p>
            <a:pPr marL="0" indent="0">
              <a:buNone/>
            </a:pPr>
            <a:r>
              <a:rPr lang="en-GB" sz="7200" dirty="0"/>
              <a:t>Trusts with stronger procurement frameworks, higher biosimilar penetration, and standardised treatment protocols are expected to demonstrate lower cost per patient without compromising quality of care. Conversely, Trusts that rely more heavily on originator biologics, exhibit fragmented purchasing practices, or maintain non-standardised prescribing pathways may show higher indicative spend for comparable clinical activity.</a:t>
            </a:r>
          </a:p>
          <a:p>
            <a:pPr marL="0" indent="0">
              <a:buNone/>
            </a:pPr>
            <a:r>
              <a:rPr lang="en-GB" sz="7200" dirty="0"/>
              <a:t>By systematically benchmarking usage rates, unit costs, and therapeutic choices across peer Trusts—while adjusting for case mix and service complexity—it should be possible to distinguish justified variation from inefficiency. Increasing alignment to national guidelines, expanding biosimilar and generic adoption where clinically appropriate, and strengthening collaborative procurement arrangements are therefore expected to reduce overall secondary care medicine expenditure.</a:t>
            </a:r>
          </a:p>
          <a:p>
            <a:pPr marL="0" indent="0">
              <a:buNone/>
            </a:pPr>
            <a:r>
              <a:rPr lang="en-GB" sz="7200" dirty="0"/>
              <a:t>Crucially, these efficiency gains can be achieved without negatively affecting patient outcomes, as cost optimisation would be based on clinically equivalent alternatives and evidence-based standardisation rather than restriction of necessary treatment.</a:t>
            </a:r>
          </a:p>
          <a:p>
            <a:pPr marL="0" indent="0">
              <a:buNone/>
            </a:pPr>
            <a:endParaRPr lang="en-GB" dirty="0"/>
          </a:p>
        </p:txBody>
      </p:sp>
      <p:sp>
        <p:nvSpPr>
          <p:cNvPr id="4" name="Footer Placeholder 3">
            <a:extLst>
              <a:ext uri="{FF2B5EF4-FFF2-40B4-BE49-F238E27FC236}">
                <a16:creationId xmlns:a16="http://schemas.microsoft.com/office/drawing/2014/main" id="{C39E4FEF-2A72-CD8E-BA73-334C35EBE92B}"/>
              </a:ext>
            </a:extLst>
          </p:cNvPr>
          <p:cNvSpPr>
            <a:spLocks noGrp="1"/>
          </p:cNvSpPr>
          <p:nvPr>
            <p:ph type="ftr" sz="quarter" idx="15"/>
          </p:nvPr>
        </p:nvSpPr>
        <p:spPr/>
        <p:txBody>
          <a:bodyPr/>
          <a:lstStyle/>
          <a:p>
            <a:r>
              <a:rPr lang="en-US"/>
              <a:t>Presentation title</a:t>
            </a:r>
            <a:endParaRPr lang="en-US" dirty="0"/>
          </a:p>
        </p:txBody>
      </p:sp>
    </p:spTree>
    <p:extLst>
      <p:ext uri="{BB962C8B-B14F-4D97-AF65-F5344CB8AC3E}">
        <p14:creationId xmlns:p14="http://schemas.microsoft.com/office/powerpoint/2010/main" val="36139016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8DC36B-A0B6-9631-E7EF-17C8921DBA0A}"/>
              </a:ext>
            </a:extLst>
          </p:cNvPr>
          <p:cNvSpPr>
            <a:spLocks noGrp="1"/>
          </p:cNvSpPr>
          <p:nvPr>
            <p:ph type="title"/>
          </p:nvPr>
        </p:nvSpPr>
        <p:spPr/>
        <p:txBody>
          <a:bodyPr>
            <a:normAutofit/>
          </a:bodyPr>
          <a:lstStyle/>
          <a:p>
            <a:r>
              <a:rPr lang="en-GB" sz="3600" b="1" dirty="0">
                <a:solidFill>
                  <a:srgbClr val="FFFF00"/>
                </a:solidFill>
              </a:rPr>
              <a:t>Project task </a:t>
            </a:r>
          </a:p>
        </p:txBody>
      </p:sp>
      <p:sp>
        <p:nvSpPr>
          <p:cNvPr id="3" name="Content Placeholder 2">
            <a:extLst>
              <a:ext uri="{FF2B5EF4-FFF2-40B4-BE49-F238E27FC236}">
                <a16:creationId xmlns:a16="http://schemas.microsoft.com/office/drawing/2014/main" id="{B0DA49F3-6DDF-4491-DD7D-FC7BB11413CE}"/>
              </a:ext>
            </a:extLst>
          </p:cNvPr>
          <p:cNvSpPr>
            <a:spLocks noGrp="1"/>
          </p:cNvSpPr>
          <p:nvPr>
            <p:ph idx="1"/>
          </p:nvPr>
        </p:nvSpPr>
        <p:spPr/>
        <p:txBody>
          <a:bodyPr vert="horz" lIns="91440" tIns="45720" rIns="91440" bIns="45720" rtlCol="0" anchor="t">
            <a:normAutofit/>
          </a:bodyPr>
          <a:lstStyle/>
          <a:p>
            <a:r>
              <a:rPr lang="en-GB" sz="2000" dirty="0">
                <a:solidFill>
                  <a:srgbClr val="FFFF00"/>
                </a:solidFill>
              </a:rPr>
              <a:t>Analyse variation in high-cost medicines usage and indicative spend across NHS Trusts and recommend strategic cost optimisation actions.</a:t>
            </a:r>
            <a:endParaRPr lang="en-US" sz="2000" dirty="0">
              <a:solidFill>
                <a:srgbClr val="FFFF00"/>
              </a:solidFill>
            </a:endParaRPr>
          </a:p>
          <a:p>
            <a:r>
              <a:rPr lang="en-GB" sz="2000" dirty="0">
                <a:solidFill>
                  <a:srgbClr val="FFFF00"/>
                </a:solidFill>
              </a:rPr>
              <a:t>Your task is to identify cost-saving and efficiency opportunities in secondary care medicine usage across NHS Trusts without compromising clinical care quality. This involves:</a:t>
            </a:r>
          </a:p>
          <a:p>
            <a:r>
              <a:rPr lang="en-GB" sz="2000" dirty="0">
                <a:solidFill>
                  <a:srgbClr val="FFFF00"/>
                </a:solidFill>
              </a:rPr>
              <a:t>Analysing patterns of high-cost medicine usage and spend.</a:t>
            </a:r>
          </a:p>
          <a:p>
            <a:r>
              <a:rPr lang="en-GB" sz="2000" dirty="0">
                <a:solidFill>
                  <a:srgbClr val="FFFF00"/>
                </a:solidFill>
              </a:rPr>
              <a:t>Comparing usage across NHS Trusts to detect outliers or inefficiencies.</a:t>
            </a:r>
          </a:p>
          <a:p>
            <a:r>
              <a:rPr lang="en-GB" sz="2000" dirty="0">
                <a:solidFill>
                  <a:srgbClr val="FFFF00"/>
                </a:solidFill>
              </a:rPr>
              <a:t>Identifying medicines where generic or biosimilar alternatives could reduce indicative costs.</a:t>
            </a:r>
          </a:p>
          <a:p>
            <a:r>
              <a:rPr lang="en-GB" sz="2000" dirty="0">
                <a:solidFill>
                  <a:srgbClr val="FFFF00"/>
                </a:solidFill>
              </a:rPr>
              <a:t>Providing actionable recommendations to optimise procurement and prescribing practices.</a:t>
            </a:r>
          </a:p>
          <a:p>
            <a:endParaRPr lang="en-GB" dirty="0"/>
          </a:p>
        </p:txBody>
      </p:sp>
      <p:sp>
        <p:nvSpPr>
          <p:cNvPr id="4" name="Footer Placeholder 3">
            <a:extLst>
              <a:ext uri="{FF2B5EF4-FFF2-40B4-BE49-F238E27FC236}">
                <a16:creationId xmlns:a16="http://schemas.microsoft.com/office/drawing/2014/main" id="{7017FAF8-C878-4417-06EC-26C78AFCD503}"/>
              </a:ext>
            </a:extLst>
          </p:cNvPr>
          <p:cNvSpPr>
            <a:spLocks noGrp="1"/>
          </p:cNvSpPr>
          <p:nvPr>
            <p:ph type="ftr" sz="quarter" idx="11"/>
          </p:nvPr>
        </p:nvSpPr>
        <p:spPr/>
        <p:txBody>
          <a:bodyPr/>
          <a:lstStyle/>
          <a:p>
            <a:r>
              <a:rPr lang="en-US"/>
              <a:t>Presentation title</a:t>
            </a:r>
            <a:endParaRPr lang="en-US" dirty="0"/>
          </a:p>
        </p:txBody>
      </p:sp>
      <p:pic>
        <p:nvPicPr>
          <p:cNvPr id="5" name="Picture 4">
            <a:extLst>
              <a:ext uri="{FF2B5EF4-FFF2-40B4-BE49-F238E27FC236}">
                <a16:creationId xmlns:a16="http://schemas.microsoft.com/office/drawing/2014/main" id="{82FDB623-3ADE-1E91-E151-2AE7AFB55A8F}"/>
              </a:ext>
            </a:extLst>
          </p:cNvPr>
          <p:cNvPicPr>
            <a:picLocks noChangeAspect="1"/>
          </p:cNvPicPr>
          <p:nvPr/>
        </p:nvPicPr>
        <p:blipFill>
          <a:blip r:embed="rId2"/>
          <a:stretch>
            <a:fillRect/>
          </a:stretch>
        </p:blipFill>
        <p:spPr>
          <a:xfrm>
            <a:off x="9787467" y="-59409"/>
            <a:ext cx="2404533" cy="1801079"/>
          </a:xfrm>
          <a:prstGeom prst="rect">
            <a:avLst/>
          </a:prstGeom>
        </p:spPr>
      </p:pic>
    </p:spTree>
    <p:extLst>
      <p:ext uri="{BB962C8B-B14F-4D97-AF65-F5344CB8AC3E}">
        <p14:creationId xmlns:p14="http://schemas.microsoft.com/office/powerpoint/2010/main" val="21294902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D7B4E5-AB82-5752-FAAB-C400F8A34790}"/>
              </a:ext>
            </a:extLst>
          </p:cNvPr>
          <p:cNvSpPr>
            <a:spLocks noGrp="1"/>
          </p:cNvSpPr>
          <p:nvPr>
            <p:ph type="title"/>
          </p:nvPr>
        </p:nvSpPr>
        <p:spPr>
          <a:xfrm>
            <a:off x="4453467" y="409334"/>
            <a:ext cx="6932507" cy="1135838"/>
          </a:xfrm>
        </p:spPr>
        <p:txBody>
          <a:bodyPr/>
          <a:lstStyle/>
          <a:p>
            <a:r>
              <a:rPr lang="en-GB" dirty="0"/>
              <a:t>Cleaning ad sorting SQL </a:t>
            </a:r>
          </a:p>
        </p:txBody>
      </p:sp>
      <p:sp>
        <p:nvSpPr>
          <p:cNvPr id="3" name="Content Placeholder 2">
            <a:extLst>
              <a:ext uri="{FF2B5EF4-FFF2-40B4-BE49-F238E27FC236}">
                <a16:creationId xmlns:a16="http://schemas.microsoft.com/office/drawing/2014/main" id="{AF64B96C-9A96-A246-431A-CF24F7B653CC}"/>
              </a:ext>
            </a:extLst>
          </p:cNvPr>
          <p:cNvSpPr>
            <a:spLocks noGrp="1"/>
          </p:cNvSpPr>
          <p:nvPr>
            <p:ph sz="quarter" idx="13"/>
          </p:nvPr>
        </p:nvSpPr>
        <p:spPr>
          <a:xfrm>
            <a:off x="931333" y="1816106"/>
            <a:ext cx="10607040" cy="3686550"/>
          </a:xfrm>
        </p:spPr>
        <p:txBody>
          <a:bodyPr vert="horz" lIns="91440" tIns="45720" rIns="91440" bIns="45720" rtlCol="0" anchor="t">
            <a:noAutofit/>
          </a:bodyPr>
          <a:lstStyle/>
          <a:p>
            <a:pPr marL="0" indent="0">
              <a:buNone/>
            </a:pPr>
            <a:r>
              <a:rPr lang="en-GB" sz="2000" b="1" dirty="0">
                <a:solidFill>
                  <a:srgbClr val="00B0F0"/>
                </a:solidFill>
              </a:rPr>
              <a:t>For this project, SQL was used to clean, organise, and structure the March 2025 SCMD dataset to support meaningful analysis and visualisation. First, key fields such as INDICATIVE_COST and TOTAL_QUANITY_IN_VMP_UNIT were converted from text to numeric format using SAFE_CAST to ensure accurate calculations. Null medicine names were removed to prevent distorted results. The data was then grouped by VMP_PRODUCT_NAME to aggregate total spend and total quantity at medicine </a:t>
            </a:r>
            <a:r>
              <a:rPr lang="en-GB" sz="2000" b="1" dirty="0" err="1">
                <a:solidFill>
                  <a:srgbClr val="00B0F0"/>
                </a:solidFill>
              </a:rPr>
              <a:t>level.To</a:t>
            </a:r>
            <a:r>
              <a:rPr lang="en-GB" sz="2000" b="1" dirty="0">
                <a:solidFill>
                  <a:srgbClr val="00B0F0"/>
                </a:solidFill>
              </a:rPr>
              <a:t> identify high-cost medicines, total indicative spend was summed and sorted in descending order to highlight the top spending products across NHS Trusts. For variation analysis, spend was grouped by Trust (ODS_CODE) and medicine, allowing calculation of minimum, maximum, and average spend to detect inconsistencies. Cost per unit was derived by dividing total spend by total quantity to support brand versus generic </a:t>
            </a:r>
            <a:r>
              <a:rPr lang="en-GB" sz="2000" b="1" dirty="0" err="1">
                <a:solidFill>
                  <a:srgbClr val="00B0F0"/>
                </a:solidFill>
              </a:rPr>
              <a:t>comparisons.These</a:t>
            </a:r>
            <a:r>
              <a:rPr lang="en-GB" sz="2000" b="1" dirty="0">
                <a:solidFill>
                  <a:srgbClr val="00B0F0"/>
                </a:solidFill>
              </a:rPr>
              <a:t> sorting and aggregation steps ensured the dataset was structured correctly for Tableau, enabling clear identification of high-spend medicines and potential cost optimisation opportunities.</a:t>
            </a:r>
          </a:p>
        </p:txBody>
      </p:sp>
      <p:sp>
        <p:nvSpPr>
          <p:cNvPr id="4" name="Footer Placeholder 3">
            <a:extLst>
              <a:ext uri="{FF2B5EF4-FFF2-40B4-BE49-F238E27FC236}">
                <a16:creationId xmlns:a16="http://schemas.microsoft.com/office/drawing/2014/main" id="{7581BFC0-08AD-F02A-B583-A4DAEF03B5E1}"/>
              </a:ext>
            </a:extLst>
          </p:cNvPr>
          <p:cNvSpPr>
            <a:spLocks noGrp="1"/>
          </p:cNvSpPr>
          <p:nvPr>
            <p:ph type="ftr" sz="quarter" idx="15"/>
          </p:nvPr>
        </p:nvSpPr>
        <p:spPr/>
        <p:txBody>
          <a:bodyPr/>
          <a:lstStyle/>
          <a:p>
            <a:r>
              <a:rPr lang="en-US"/>
              <a:t>Presentation title</a:t>
            </a:r>
            <a:endParaRPr lang="en-US" dirty="0"/>
          </a:p>
        </p:txBody>
      </p:sp>
      <p:pic>
        <p:nvPicPr>
          <p:cNvPr id="5" name="Picture 4">
            <a:extLst>
              <a:ext uri="{FF2B5EF4-FFF2-40B4-BE49-F238E27FC236}">
                <a16:creationId xmlns:a16="http://schemas.microsoft.com/office/drawing/2014/main" id="{3580DB36-FA81-D1CD-A177-A4A286DCFAB9}"/>
              </a:ext>
            </a:extLst>
          </p:cNvPr>
          <p:cNvPicPr>
            <a:picLocks noChangeAspect="1"/>
          </p:cNvPicPr>
          <p:nvPr/>
        </p:nvPicPr>
        <p:blipFill>
          <a:blip r:embed="rId2"/>
          <a:stretch>
            <a:fillRect/>
          </a:stretch>
        </p:blipFill>
        <p:spPr>
          <a:xfrm>
            <a:off x="0" y="-7403"/>
            <a:ext cx="2952750" cy="1552575"/>
          </a:xfrm>
          <a:prstGeom prst="rect">
            <a:avLst/>
          </a:prstGeom>
        </p:spPr>
      </p:pic>
    </p:spTree>
    <p:extLst>
      <p:ext uri="{BB962C8B-B14F-4D97-AF65-F5344CB8AC3E}">
        <p14:creationId xmlns:p14="http://schemas.microsoft.com/office/powerpoint/2010/main" val="24255728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305D9C-D0D8-0F07-8D26-D0B0264B246C}"/>
              </a:ext>
            </a:extLst>
          </p:cNvPr>
          <p:cNvSpPr>
            <a:spLocks noGrp="1"/>
          </p:cNvSpPr>
          <p:nvPr>
            <p:ph type="title"/>
          </p:nvPr>
        </p:nvSpPr>
        <p:spPr>
          <a:xfrm>
            <a:off x="1032933" y="514045"/>
            <a:ext cx="10617199" cy="1135838"/>
          </a:xfrm>
        </p:spPr>
        <p:txBody>
          <a:bodyPr>
            <a:noAutofit/>
          </a:bodyPr>
          <a:lstStyle/>
          <a:p>
            <a:r>
              <a:rPr lang="en-GB" sz="2000" b="1" dirty="0">
                <a:solidFill>
                  <a:srgbClr val="FFFF00"/>
                </a:solidFill>
              </a:rPr>
              <a:t>Top Medicines with Greatest Spend chart one</a:t>
            </a:r>
          </a:p>
        </p:txBody>
      </p:sp>
      <p:pic>
        <p:nvPicPr>
          <p:cNvPr id="6" name="Content Placeholder 5" descr="A green bar graph with text&#10;&#10;AI-generated content may be incorrect.">
            <a:extLst>
              <a:ext uri="{FF2B5EF4-FFF2-40B4-BE49-F238E27FC236}">
                <a16:creationId xmlns:a16="http://schemas.microsoft.com/office/drawing/2014/main" id="{CBEF1470-D24D-646F-F0EC-C3ADB33F53B5}"/>
              </a:ext>
            </a:extLst>
          </p:cNvPr>
          <p:cNvPicPr>
            <a:picLocks noGrp="1" noChangeAspect="1"/>
          </p:cNvPicPr>
          <p:nvPr>
            <p:ph sz="quarter" idx="13"/>
          </p:nvPr>
        </p:nvPicPr>
        <p:blipFill>
          <a:blip r:embed="rId2">
            <a:extLst>
              <a:ext uri="{28A0092B-C50C-407E-A947-70E740481C1C}">
                <a14:useLocalDpi xmlns:a14="http://schemas.microsoft.com/office/drawing/2010/main" val="0"/>
              </a:ext>
            </a:extLst>
          </a:blip>
          <a:stretch>
            <a:fillRect/>
          </a:stretch>
        </p:blipFill>
        <p:spPr>
          <a:xfrm>
            <a:off x="1032933" y="1836663"/>
            <a:ext cx="10617199" cy="3880758"/>
          </a:xfrm>
          <a:prstGeom prst="rect">
            <a:avLst/>
          </a:prstGeom>
          <a:noFill/>
        </p:spPr>
      </p:pic>
      <p:sp>
        <p:nvSpPr>
          <p:cNvPr id="4" name="Footer Placeholder 3">
            <a:extLst>
              <a:ext uri="{FF2B5EF4-FFF2-40B4-BE49-F238E27FC236}">
                <a16:creationId xmlns:a16="http://schemas.microsoft.com/office/drawing/2014/main" id="{5B96B57C-3687-8460-F58A-76145FB65B8B}"/>
              </a:ext>
            </a:extLst>
          </p:cNvPr>
          <p:cNvSpPr>
            <a:spLocks noGrp="1"/>
          </p:cNvSpPr>
          <p:nvPr>
            <p:ph type="ftr" sz="quarter" idx="15"/>
          </p:nvPr>
        </p:nvSpPr>
        <p:spPr/>
        <p:txBody>
          <a:bodyPr/>
          <a:lstStyle/>
          <a:p>
            <a:endParaRPr lang="en-US" dirty="0"/>
          </a:p>
        </p:txBody>
      </p:sp>
    </p:spTree>
    <p:extLst>
      <p:ext uri="{BB962C8B-B14F-4D97-AF65-F5344CB8AC3E}">
        <p14:creationId xmlns:p14="http://schemas.microsoft.com/office/powerpoint/2010/main" val="32028553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D49FF0-E197-D6A0-35BA-C8A4C3AFE24B}"/>
              </a:ext>
            </a:extLst>
          </p:cNvPr>
          <p:cNvSpPr>
            <a:spLocks noGrp="1"/>
          </p:cNvSpPr>
          <p:nvPr>
            <p:ph type="ctrTitle"/>
          </p:nvPr>
        </p:nvSpPr>
        <p:spPr>
          <a:xfrm>
            <a:off x="922866" y="4834467"/>
            <a:ext cx="10346267" cy="1295400"/>
          </a:xfrm>
        </p:spPr>
        <p:txBody>
          <a:bodyPr>
            <a:noAutofit/>
          </a:bodyPr>
          <a:lstStyle/>
          <a:p>
            <a:r>
              <a:rPr lang="en-GB" sz="1400" dirty="0"/>
              <a:t>the medicines showing the greatest variation in usage and indicative spend across NHS Trusts are primarily high-cost or specialized treatments. Generic </a:t>
            </a:r>
            <a:r>
              <a:rPr lang="en-GB" sz="1400" dirty="0" err="1"/>
              <a:t>Lipoflex</a:t>
            </a:r>
            <a:r>
              <a:rPr lang="en-GB" sz="1400" dirty="0"/>
              <a:t> special tops the list, with an indicative spend approaching 16 units, suggesting significant variability in procurement or prescribing practices. Following this, Levocarnitine 1g/5ml solution shows a spend of around 12 units, reflecting its role in metabolic disorders where usage may vary between trusts. Alemtuzumab 12mg/1.2ml also demonstrates notable variation, with spend just above 9 units, highlighting differences in treatment for multiple sclerosis. Other medicines with substantial variation include </a:t>
            </a:r>
            <a:r>
              <a:rPr lang="en-GB" sz="1400" dirty="0" err="1"/>
              <a:t>Carmellose</a:t>
            </a:r>
            <a:r>
              <a:rPr lang="en-GB" sz="1400" dirty="0"/>
              <a:t> </a:t>
            </a:r>
            <a:r>
              <a:rPr lang="en-GB" sz="1400" dirty="0" err="1"/>
              <a:t>gelatin</a:t>
            </a:r>
            <a:r>
              <a:rPr lang="en-GB" sz="1400" dirty="0"/>
              <a:t> paste (~9 units), Hepatitis A (inactivated) vaccine (~9 units), and Water for injections 100ml (~8 units). This pattern indicates that both high-cost specialty drugs and certain essential formulations have inconsistent spend across trusts, likely driven by patient need, prescribing practices, and local formulary decisions</a:t>
            </a:r>
            <a:r>
              <a:rPr lang="en-GB" sz="1100" dirty="0"/>
              <a:t>.</a:t>
            </a:r>
          </a:p>
        </p:txBody>
      </p:sp>
      <p:sp>
        <p:nvSpPr>
          <p:cNvPr id="3" name="Subtitle 2">
            <a:extLst>
              <a:ext uri="{FF2B5EF4-FFF2-40B4-BE49-F238E27FC236}">
                <a16:creationId xmlns:a16="http://schemas.microsoft.com/office/drawing/2014/main" id="{C34B9ABF-280B-8C87-D767-04B12EE42495}"/>
              </a:ext>
            </a:extLst>
          </p:cNvPr>
          <p:cNvSpPr>
            <a:spLocks noGrp="1"/>
          </p:cNvSpPr>
          <p:nvPr>
            <p:ph type="subTitle" idx="1"/>
          </p:nvPr>
        </p:nvSpPr>
        <p:spPr>
          <a:xfrm>
            <a:off x="922865" y="544914"/>
            <a:ext cx="9897535" cy="1478619"/>
          </a:xfrm>
        </p:spPr>
        <p:txBody>
          <a:bodyPr>
            <a:normAutofit fontScale="62500" lnSpcReduction="20000"/>
          </a:bodyPr>
          <a:lstStyle/>
          <a:p>
            <a:r>
              <a:rPr lang="en-GB" sz="5100" dirty="0">
                <a:solidFill>
                  <a:srgbClr val="FFFF00"/>
                </a:solidFill>
              </a:rPr>
              <a:t>Which high-cost medicines show the greatest variation in usage and indicative spend across NHS Trusts?(chart one)</a:t>
            </a:r>
          </a:p>
          <a:p>
            <a:endParaRPr lang="en-GB" dirty="0"/>
          </a:p>
        </p:txBody>
      </p:sp>
    </p:spTree>
    <p:extLst>
      <p:ext uri="{BB962C8B-B14F-4D97-AF65-F5344CB8AC3E}">
        <p14:creationId xmlns:p14="http://schemas.microsoft.com/office/powerpoint/2010/main" val="34071706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4558E2-F11C-38D3-F9C3-BE41A3AF4461}"/>
              </a:ext>
            </a:extLst>
          </p:cNvPr>
          <p:cNvSpPr>
            <a:spLocks noGrp="1"/>
          </p:cNvSpPr>
          <p:nvPr>
            <p:ph type="ctrTitle"/>
          </p:nvPr>
        </p:nvSpPr>
        <p:spPr>
          <a:xfrm>
            <a:off x="1349263" y="311396"/>
            <a:ext cx="9488069" cy="1981200"/>
          </a:xfrm>
        </p:spPr>
        <p:txBody>
          <a:bodyPr>
            <a:normAutofit/>
          </a:bodyPr>
          <a:lstStyle/>
          <a:p>
            <a:r>
              <a:rPr lang="en-GB" b="1" dirty="0">
                <a:solidFill>
                  <a:srgbClr val="FFFF00"/>
                </a:solidFill>
              </a:rPr>
              <a:t>High Spend Medicines – March 2025 chart2</a:t>
            </a:r>
            <a:br>
              <a:rPr lang="en-GB" dirty="0"/>
            </a:br>
            <a:endParaRPr lang="en-GB" dirty="0"/>
          </a:p>
        </p:txBody>
      </p:sp>
      <p:sp>
        <p:nvSpPr>
          <p:cNvPr id="3" name="Subtitle 2">
            <a:extLst>
              <a:ext uri="{FF2B5EF4-FFF2-40B4-BE49-F238E27FC236}">
                <a16:creationId xmlns:a16="http://schemas.microsoft.com/office/drawing/2014/main" id="{595780FF-9099-E16B-3B63-93A32DB3701D}"/>
              </a:ext>
            </a:extLst>
          </p:cNvPr>
          <p:cNvSpPr>
            <a:spLocks noGrp="1"/>
          </p:cNvSpPr>
          <p:nvPr>
            <p:ph type="subTitle" idx="1"/>
          </p:nvPr>
        </p:nvSpPr>
        <p:spPr/>
        <p:txBody>
          <a:bodyPr/>
          <a:lstStyle/>
          <a:p>
            <a:endParaRPr lang="en-GB"/>
          </a:p>
        </p:txBody>
      </p:sp>
      <p:pic>
        <p:nvPicPr>
          <p:cNvPr id="5" name="Picture 4" descr="A graph with numbers and a bar&#10;&#10;AI-generated content may be incorrect.">
            <a:extLst>
              <a:ext uri="{FF2B5EF4-FFF2-40B4-BE49-F238E27FC236}">
                <a16:creationId xmlns:a16="http://schemas.microsoft.com/office/drawing/2014/main" id="{35D056A5-396C-AF38-40E1-9441C8B4081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49264" y="2489201"/>
            <a:ext cx="9154803" cy="3554128"/>
          </a:xfrm>
          <a:prstGeom prst="rect">
            <a:avLst/>
          </a:prstGeom>
        </p:spPr>
      </p:pic>
    </p:spTree>
    <p:extLst>
      <p:ext uri="{BB962C8B-B14F-4D97-AF65-F5344CB8AC3E}">
        <p14:creationId xmlns:p14="http://schemas.microsoft.com/office/powerpoint/2010/main" val="14827476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65B910-96A9-14F3-7F65-F1E156F190E2}"/>
              </a:ext>
            </a:extLst>
          </p:cNvPr>
          <p:cNvSpPr>
            <a:spLocks noGrp="1"/>
          </p:cNvSpPr>
          <p:nvPr>
            <p:ph type="ctrTitle"/>
          </p:nvPr>
        </p:nvSpPr>
        <p:spPr>
          <a:xfrm>
            <a:off x="677334" y="0"/>
            <a:ext cx="10837333" cy="1981200"/>
          </a:xfrm>
        </p:spPr>
        <p:txBody>
          <a:bodyPr/>
          <a:lstStyle/>
          <a:p>
            <a:r>
              <a:rPr lang="en-GB" b="1" dirty="0">
                <a:solidFill>
                  <a:srgbClr val="FFFF00"/>
                </a:solidFill>
              </a:rPr>
              <a:t>Cost Per Unit Comparison – Brand vs Generic chart3</a:t>
            </a:r>
          </a:p>
        </p:txBody>
      </p:sp>
      <p:sp>
        <p:nvSpPr>
          <p:cNvPr id="3" name="Subtitle 2">
            <a:extLst>
              <a:ext uri="{FF2B5EF4-FFF2-40B4-BE49-F238E27FC236}">
                <a16:creationId xmlns:a16="http://schemas.microsoft.com/office/drawing/2014/main" id="{C9B91B92-2703-48AB-1026-2BE91DDCFD28}"/>
              </a:ext>
            </a:extLst>
          </p:cNvPr>
          <p:cNvSpPr>
            <a:spLocks noGrp="1"/>
          </p:cNvSpPr>
          <p:nvPr>
            <p:ph type="subTitle" idx="1"/>
          </p:nvPr>
        </p:nvSpPr>
        <p:spPr/>
        <p:txBody>
          <a:bodyPr/>
          <a:lstStyle/>
          <a:p>
            <a:endParaRPr lang="en-GB"/>
          </a:p>
        </p:txBody>
      </p:sp>
      <p:pic>
        <p:nvPicPr>
          <p:cNvPr id="7" name="Picture 6" descr="A graph with green bars&#10;&#10;AI-generated content may be incorrect.">
            <a:extLst>
              <a:ext uri="{FF2B5EF4-FFF2-40B4-BE49-F238E27FC236}">
                <a16:creationId xmlns:a16="http://schemas.microsoft.com/office/drawing/2014/main" id="{EE13206A-1AB5-4D9F-6B12-C9AF9CDE7C6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7334" y="2372233"/>
            <a:ext cx="9922933" cy="3943900"/>
          </a:xfrm>
          <a:prstGeom prst="rect">
            <a:avLst/>
          </a:prstGeom>
        </p:spPr>
      </p:pic>
    </p:spTree>
    <p:extLst>
      <p:ext uri="{BB962C8B-B14F-4D97-AF65-F5344CB8AC3E}">
        <p14:creationId xmlns:p14="http://schemas.microsoft.com/office/powerpoint/2010/main" val="9016098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86A97E-B95A-7024-5B33-D1FAB5513D47}"/>
              </a:ext>
            </a:extLst>
          </p:cNvPr>
          <p:cNvSpPr>
            <a:spLocks noGrp="1"/>
          </p:cNvSpPr>
          <p:nvPr>
            <p:ph type="title"/>
          </p:nvPr>
        </p:nvSpPr>
        <p:spPr>
          <a:xfrm>
            <a:off x="809413" y="-85729"/>
            <a:ext cx="10573174" cy="1951573"/>
          </a:xfrm>
        </p:spPr>
        <p:txBody>
          <a:bodyPr>
            <a:noAutofit/>
          </a:bodyPr>
          <a:lstStyle/>
          <a:p>
            <a:r>
              <a:rPr lang="en-GB" sz="2000" b="1" dirty="0">
                <a:solidFill>
                  <a:srgbClr val="FFFF00"/>
                </a:solidFill>
              </a:rPr>
              <a:t>Where are there opportunities for cost reduction through generic or biosimilar substitution without affecting patient care?</a:t>
            </a:r>
            <a:br>
              <a:rPr lang="en-GB" sz="1600" dirty="0"/>
            </a:br>
            <a:endParaRPr lang="en-GB" sz="1600" dirty="0"/>
          </a:p>
        </p:txBody>
      </p:sp>
      <p:sp>
        <p:nvSpPr>
          <p:cNvPr id="3" name="Content Placeholder 2">
            <a:extLst>
              <a:ext uri="{FF2B5EF4-FFF2-40B4-BE49-F238E27FC236}">
                <a16:creationId xmlns:a16="http://schemas.microsoft.com/office/drawing/2014/main" id="{67BC45A4-A97A-24C2-E726-9EEEF5B81999}"/>
              </a:ext>
            </a:extLst>
          </p:cNvPr>
          <p:cNvSpPr>
            <a:spLocks noGrp="1"/>
          </p:cNvSpPr>
          <p:nvPr>
            <p:ph sz="quarter" idx="13"/>
          </p:nvPr>
        </p:nvSpPr>
        <p:spPr>
          <a:xfrm>
            <a:off x="931333" y="1865844"/>
            <a:ext cx="10573174" cy="4297212"/>
          </a:xfrm>
        </p:spPr>
        <p:txBody>
          <a:bodyPr>
            <a:normAutofit/>
          </a:bodyPr>
          <a:lstStyle/>
          <a:p>
            <a:pPr marL="0" indent="0">
              <a:buNone/>
            </a:pPr>
            <a:r>
              <a:rPr lang="en-GB" dirty="0"/>
              <a:t>Based on chart two and three, several opportunities exist for cost reduction through generic or biosimilar substitution without compromising patient care. From the High Spend Medicines – March 2025 chart, “Water for injections 100ml” leads with a total spend approaching 200K, followed by Aripiprazole 1mg/ml oral solution (~70K) and White soft paraffin 50% (~58K). These products are often off-patent or have generic equivalents available, suggesting immediate potential for substitution. The Cost Per Unit Comparison – Brand vs Generic chart highlights extremely high-cost therapies such as </a:t>
            </a:r>
            <a:r>
              <a:rPr lang="en-GB" dirty="0" err="1"/>
              <a:t>Tisagenlecleucel</a:t>
            </a:r>
            <a:r>
              <a:rPr lang="en-GB" dirty="0"/>
              <a:t> 1.2 million units (~280K/unit) and Vutrisiran 25mg/0.5ml (~175K/unit). While these are complex biologics with limited substitution options, several mid-range expensive agents (e.g., Glucarpidase 1,000 unit (~25K/unit), Catridecacog 2,500 unit (~15K/unit)) may have biosimilar alternatives. Targeting high-volume, moderate-cost generics can achieve significant savings without impacting efficacy, especially for widely used medicines like Aripiprazole and White soft paraffin. Optimizing procurement through generics and biosimilars can reduce costs in the 50K–200K total spend range, potentially saving tens of thousands per month.</a:t>
            </a:r>
          </a:p>
        </p:txBody>
      </p:sp>
      <p:sp>
        <p:nvSpPr>
          <p:cNvPr id="4" name="Footer Placeholder 3">
            <a:extLst>
              <a:ext uri="{FF2B5EF4-FFF2-40B4-BE49-F238E27FC236}">
                <a16:creationId xmlns:a16="http://schemas.microsoft.com/office/drawing/2014/main" id="{274A9FE3-4500-9244-4029-779FD8A16FDC}"/>
              </a:ext>
            </a:extLst>
          </p:cNvPr>
          <p:cNvSpPr>
            <a:spLocks noGrp="1"/>
          </p:cNvSpPr>
          <p:nvPr>
            <p:ph type="ftr" sz="quarter" idx="15"/>
          </p:nvPr>
        </p:nvSpPr>
        <p:spPr/>
        <p:txBody>
          <a:bodyPr/>
          <a:lstStyle/>
          <a:p>
            <a:r>
              <a:rPr lang="en-US"/>
              <a:t>Presentation title</a:t>
            </a:r>
            <a:endParaRPr lang="en-US" dirty="0"/>
          </a:p>
        </p:txBody>
      </p:sp>
    </p:spTree>
    <p:extLst>
      <p:ext uri="{BB962C8B-B14F-4D97-AF65-F5344CB8AC3E}">
        <p14:creationId xmlns:p14="http://schemas.microsoft.com/office/powerpoint/2010/main" val="12863636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AC70AE-3EC8-7099-B7C6-1EC0C150D57A}"/>
              </a:ext>
            </a:extLst>
          </p:cNvPr>
          <p:cNvSpPr>
            <a:spLocks noGrp="1"/>
          </p:cNvSpPr>
          <p:nvPr>
            <p:ph type="ctrTitle"/>
          </p:nvPr>
        </p:nvSpPr>
        <p:spPr/>
        <p:txBody>
          <a:bodyPr/>
          <a:lstStyle/>
          <a:p>
            <a:endParaRPr lang="en-GB"/>
          </a:p>
        </p:txBody>
      </p:sp>
      <p:sp>
        <p:nvSpPr>
          <p:cNvPr id="3" name="Subtitle 2">
            <a:extLst>
              <a:ext uri="{FF2B5EF4-FFF2-40B4-BE49-F238E27FC236}">
                <a16:creationId xmlns:a16="http://schemas.microsoft.com/office/drawing/2014/main" id="{3C928E60-EDB6-B537-3869-BF5E6B1B19A9}"/>
              </a:ext>
            </a:extLst>
          </p:cNvPr>
          <p:cNvSpPr>
            <a:spLocks noGrp="1"/>
          </p:cNvSpPr>
          <p:nvPr>
            <p:ph type="subTitle" idx="1"/>
          </p:nvPr>
        </p:nvSpPr>
        <p:spPr/>
        <p:txBody>
          <a:bodyPr>
            <a:noAutofit/>
          </a:bodyPr>
          <a:lstStyle/>
          <a:p>
            <a:r>
              <a:rPr lang="en-GB" sz="2400" b="1" dirty="0">
                <a:solidFill>
                  <a:srgbClr val="FFFF00"/>
                </a:solidFill>
              </a:rPr>
              <a:t>Top 5 Trusts by Estimated Total Spend chart four</a:t>
            </a:r>
          </a:p>
        </p:txBody>
      </p:sp>
      <p:pic>
        <p:nvPicPr>
          <p:cNvPr id="5" name="Picture 4" descr="A screenshot of a computer&#10;&#10;AI-generated content may be incorrect.">
            <a:extLst>
              <a:ext uri="{FF2B5EF4-FFF2-40B4-BE49-F238E27FC236}">
                <a16:creationId xmlns:a16="http://schemas.microsoft.com/office/drawing/2014/main" id="{AED7BDA0-D312-345A-9912-25761FA8930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1868" y="814673"/>
            <a:ext cx="10811932" cy="3819408"/>
          </a:xfrm>
          <a:prstGeom prst="rect">
            <a:avLst/>
          </a:prstGeom>
        </p:spPr>
      </p:pic>
    </p:spTree>
    <p:extLst>
      <p:ext uri="{BB962C8B-B14F-4D97-AF65-F5344CB8AC3E}">
        <p14:creationId xmlns:p14="http://schemas.microsoft.com/office/powerpoint/2010/main" val="2117305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443E582-B4FE-7C7E-D64B-50BBCB6D1DCB}"/>
              </a:ext>
            </a:extLst>
          </p:cNvPr>
          <p:cNvSpPr>
            <a:spLocks noGrp="1"/>
          </p:cNvSpPr>
          <p:nvPr>
            <p:ph type="title"/>
          </p:nvPr>
        </p:nvSpPr>
        <p:spPr>
          <a:xfrm>
            <a:off x="678872" y="5012268"/>
            <a:ext cx="3953296" cy="1127275"/>
          </a:xfrm>
        </p:spPr>
        <p:txBody>
          <a:bodyPr anchor="t">
            <a:normAutofit/>
          </a:bodyPr>
          <a:lstStyle/>
          <a:p>
            <a:pPr>
              <a:lnSpc>
                <a:spcPct val="90000"/>
              </a:lnSpc>
            </a:pPr>
            <a:r>
              <a:rPr lang="en-GB" sz="2400" b="1" dirty="0">
                <a:solidFill>
                  <a:srgbClr val="FFFF00"/>
                </a:solidFill>
              </a:rPr>
              <a:t>Top 5 High-Cost Medicines chart five</a:t>
            </a:r>
          </a:p>
        </p:txBody>
      </p:sp>
      <p:pic>
        <p:nvPicPr>
          <p:cNvPr id="5" name="Picture 4" descr="A close-up of a graph&#10;&#10;AI-generated content may be incorrect.">
            <a:extLst>
              <a:ext uri="{FF2B5EF4-FFF2-40B4-BE49-F238E27FC236}">
                <a16:creationId xmlns:a16="http://schemas.microsoft.com/office/drawing/2014/main" id="{E4127CEF-6E33-2FBD-838F-5AC7996B10F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8871" y="1018264"/>
            <a:ext cx="10827330" cy="3275267"/>
          </a:xfrm>
          <a:prstGeom prst="rect">
            <a:avLst/>
          </a:prstGeom>
          <a:noFill/>
        </p:spPr>
      </p:pic>
      <p:sp>
        <p:nvSpPr>
          <p:cNvPr id="10" name="Content Placeholder 3">
            <a:extLst>
              <a:ext uri="{FF2B5EF4-FFF2-40B4-BE49-F238E27FC236}">
                <a16:creationId xmlns:a16="http://schemas.microsoft.com/office/drawing/2014/main" id="{4D73B611-FDD1-645A-D897-A16D6B144186}"/>
              </a:ext>
            </a:extLst>
          </p:cNvPr>
          <p:cNvSpPr>
            <a:spLocks noGrp="1"/>
          </p:cNvSpPr>
          <p:nvPr>
            <p:ph sz="quarter" idx="14"/>
          </p:nvPr>
        </p:nvSpPr>
        <p:spPr>
          <a:xfrm>
            <a:off x="5156009" y="5012267"/>
            <a:ext cx="6350191" cy="1150790"/>
          </a:xfrm>
        </p:spPr>
        <p:txBody>
          <a:bodyPr/>
          <a:lstStyle/>
          <a:p>
            <a:endParaRPr lang="en-US"/>
          </a:p>
        </p:txBody>
      </p:sp>
      <p:sp>
        <p:nvSpPr>
          <p:cNvPr id="12" name="Footer Placeholder 4">
            <a:extLst>
              <a:ext uri="{FF2B5EF4-FFF2-40B4-BE49-F238E27FC236}">
                <a16:creationId xmlns:a16="http://schemas.microsoft.com/office/drawing/2014/main" id="{95CEB8A7-E680-E956-A4BB-91FE18A11AA8}"/>
              </a:ext>
            </a:extLst>
          </p:cNvPr>
          <p:cNvSpPr>
            <a:spLocks noGrp="1"/>
          </p:cNvSpPr>
          <p:nvPr>
            <p:ph type="ftr" sz="quarter" idx="16"/>
          </p:nvPr>
        </p:nvSpPr>
        <p:spPr>
          <a:xfrm>
            <a:off x="678871" y="6343955"/>
            <a:ext cx="2739181" cy="365125"/>
          </a:xfrm>
        </p:spPr>
        <p:txBody>
          <a:bodyPr/>
          <a:lstStyle/>
          <a:p>
            <a:pPr>
              <a:spcAft>
                <a:spcPts val="600"/>
              </a:spcAft>
            </a:pPr>
            <a:r>
              <a:rPr lang="en-US"/>
              <a:t>Presentation title</a:t>
            </a:r>
          </a:p>
        </p:txBody>
      </p:sp>
    </p:spTree>
    <p:extLst>
      <p:ext uri="{BB962C8B-B14F-4D97-AF65-F5344CB8AC3E}">
        <p14:creationId xmlns:p14="http://schemas.microsoft.com/office/powerpoint/2010/main" val="256083362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497A07-D84D-ADDE-C7DE-0F5CE9073FD0}"/>
              </a:ext>
            </a:extLst>
          </p:cNvPr>
          <p:cNvSpPr>
            <a:spLocks noGrp="1"/>
          </p:cNvSpPr>
          <p:nvPr>
            <p:ph type="ctrTitle"/>
          </p:nvPr>
        </p:nvSpPr>
        <p:spPr/>
        <p:txBody>
          <a:bodyPr/>
          <a:lstStyle/>
          <a:p>
            <a:endParaRPr lang="en-GB"/>
          </a:p>
        </p:txBody>
      </p:sp>
      <p:sp>
        <p:nvSpPr>
          <p:cNvPr id="3" name="Subtitle 2">
            <a:extLst>
              <a:ext uri="{FF2B5EF4-FFF2-40B4-BE49-F238E27FC236}">
                <a16:creationId xmlns:a16="http://schemas.microsoft.com/office/drawing/2014/main" id="{2F16E2E6-B1FC-B370-EB75-548435EB4180}"/>
              </a:ext>
            </a:extLst>
          </p:cNvPr>
          <p:cNvSpPr>
            <a:spLocks noGrp="1"/>
          </p:cNvSpPr>
          <p:nvPr>
            <p:ph type="subTitle" idx="1"/>
          </p:nvPr>
        </p:nvSpPr>
        <p:spPr>
          <a:xfrm>
            <a:off x="678870" y="4560236"/>
            <a:ext cx="8143397" cy="785528"/>
          </a:xfrm>
        </p:spPr>
        <p:txBody>
          <a:bodyPr>
            <a:noAutofit/>
          </a:bodyPr>
          <a:lstStyle/>
          <a:p>
            <a:r>
              <a:rPr lang="en-GB" sz="4000" b="1" dirty="0">
                <a:solidFill>
                  <a:srgbClr val="FFFF00"/>
                </a:solidFill>
              </a:rPr>
              <a:t>Top 5 Trusts by Average Cost per Unit chart six</a:t>
            </a:r>
          </a:p>
        </p:txBody>
      </p:sp>
      <p:pic>
        <p:nvPicPr>
          <p:cNvPr id="5" name="Picture 4" descr="A screenshot of a computer&#10;&#10;AI-generated content may be incorrect.">
            <a:extLst>
              <a:ext uri="{FF2B5EF4-FFF2-40B4-BE49-F238E27FC236}">
                <a16:creationId xmlns:a16="http://schemas.microsoft.com/office/drawing/2014/main" id="{0F0B16BC-E0AB-8D8B-F03B-4067953BB64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8870" y="515771"/>
            <a:ext cx="11079626" cy="3582095"/>
          </a:xfrm>
          <a:prstGeom prst="rect">
            <a:avLst/>
          </a:prstGeom>
        </p:spPr>
      </p:pic>
    </p:spTree>
    <p:extLst>
      <p:ext uri="{BB962C8B-B14F-4D97-AF65-F5344CB8AC3E}">
        <p14:creationId xmlns:p14="http://schemas.microsoft.com/office/powerpoint/2010/main" val="28406959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FD81EF-078B-CB4B-0F43-3CF1DBB2BE07}"/>
              </a:ext>
            </a:extLst>
          </p:cNvPr>
          <p:cNvSpPr>
            <a:spLocks noGrp="1"/>
          </p:cNvSpPr>
          <p:nvPr>
            <p:ph type="title"/>
          </p:nvPr>
        </p:nvSpPr>
        <p:spPr/>
        <p:txBody>
          <a:bodyPr>
            <a:normAutofit fontScale="90000"/>
          </a:bodyPr>
          <a:lstStyle/>
          <a:p>
            <a:r>
              <a:rPr lang="en-GB" sz="2000" b="1" dirty="0">
                <a:solidFill>
                  <a:srgbClr val="FFFF00"/>
                </a:solidFill>
              </a:rPr>
              <a:t>Which NHS Trusts could improve efficiency in procurement or prescribing practices to optimise overall medicine spend? (chart four, five and six)</a:t>
            </a:r>
            <a:br>
              <a:rPr lang="en-GB" dirty="0"/>
            </a:br>
            <a:endParaRPr lang="en-GB" dirty="0"/>
          </a:p>
        </p:txBody>
      </p:sp>
      <p:sp>
        <p:nvSpPr>
          <p:cNvPr id="3" name="Content Placeholder 2">
            <a:extLst>
              <a:ext uri="{FF2B5EF4-FFF2-40B4-BE49-F238E27FC236}">
                <a16:creationId xmlns:a16="http://schemas.microsoft.com/office/drawing/2014/main" id="{0D9440DB-ED3A-602C-99A1-F6B1D32AE7F5}"/>
              </a:ext>
            </a:extLst>
          </p:cNvPr>
          <p:cNvSpPr>
            <a:spLocks noGrp="1"/>
          </p:cNvSpPr>
          <p:nvPr>
            <p:ph idx="1"/>
          </p:nvPr>
        </p:nvSpPr>
        <p:spPr/>
        <p:txBody>
          <a:bodyPr>
            <a:normAutofit/>
          </a:bodyPr>
          <a:lstStyle/>
          <a:p>
            <a:r>
              <a:rPr lang="en-GB" sz="2000" dirty="0"/>
              <a:t>Based on the charts, the trust coded RRV presents the largest opportunity to improve procurement and prescribing efficiency. It shows the highest estimated total medicine spend at approximately £27 billion, significantly higher than the trust coded RQM (~£5 billion) and the trust coded RJ1 (~£4 billion). In addition, the trust coded RRV has the highest average cost per unit at around £1.1 million, which is more than four times higher than the trust coded RP6 (~£250,000) and well above the trust coded RQM (~£180,000).This combination of very high overall spend and high unit cost suggests potential inefficiencies in supplier contracts, purchasing frameworks, or prescribing patterns of high-cost medicines. The trusts coded RQM and RJ1 should also be reviewed due to their relatively high total expenditure. Meanwhile, the trust coded RP6, despite lower total spend, shows elevated unit costs, indicating possible product mix or pricing inefficiencies that warrant further procurement analysis.</a:t>
            </a:r>
          </a:p>
        </p:txBody>
      </p:sp>
      <p:sp>
        <p:nvSpPr>
          <p:cNvPr id="4" name="Footer Placeholder 3">
            <a:extLst>
              <a:ext uri="{FF2B5EF4-FFF2-40B4-BE49-F238E27FC236}">
                <a16:creationId xmlns:a16="http://schemas.microsoft.com/office/drawing/2014/main" id="{6FCAB76D-FF61-9FE3-C139-5599C4F60E55}"/>
              </a:ext>
            </a:extLst>
          </p:cNvPr>
          <p:cNvSpPr>
            <a:spLocks noGrp="1"/>
          </p:cNvSpPr>
          <p:nvPr>
            <p:ph type="ftr" sz="quarter" idx="11"/>
          </p:nvPr>
        </p:nvSpPr>
        <p:spPr/>
        <p:txBody>
          <a:bodyPr/>
          <a:lstStyle/>
          <a:p>
            <a:r>
              <a:rPr lang="en-US"/>
              <a:t>Presentation title</a:t>
            </a:r>
            <a:endParaRPr lang="en-US" dirty="0"/>
          </a:p>
        </p:txBody>
      </p:sp>
    </p:spTree>
    <p:extLst>
      <p:ext uri="{BB962C8B-B14F-4D97-AF65-F5344CB8AC3E}">
        <p14:creationId xmlns:p14="http://schemas.microsoft.com/office/powerpoint/2010/main" val="92500464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844F88-66A4-1932-1B24-91AB32FFDB1D}"/>
              </a:ext>
            </a:extLst>
          </p:cNvPr>
          <p:cNvSpPr>
            <a:spLocks noGrp="1"/>
          </p:cNvSpPr>
          <p:nvPr>
            <p:ph type="title"/>
          </p:nvPr>
        </p:nvSpPr>
        <p:spPr>
          <a:xfrm>
            <a:off x="238604" y="150746"/>
            <a:ext cx="9294862" cy="1444228"/>
          </a:xfrm>
        </p:spPr>
        <p:txBody>
          <a:bodyPr/>
          <a:lstStyle/>
          <a:p>
            <a:r>
              <a:rPr lang="en-GB" b="1" dirty="0">
                <a:solidFill>
                  <a:srgbClr val="FFFF00"/>
                </a:solidFill>
              </a:rPr>
              <a:t>Insight and recommendations for shareholders</a:t>
            </a:r>
          </a:p>
        </p:txBody>
      </p:sp>
      <p:sp>
        <p:nvSpPr>
          <p:cNvPr id="3" name="Content Placeholder 2">
            <a:extLst>
              <a:ext uri="{FF2B5EF4-FFF2-40B4-BE49-F238E27FC236}">
                <a16:creationId xmlns:a16="http://schemas.microsoft.com/office/drawing/2014/main" id="{719472B8-335C-B739-6719-E432D55D991F}"/>
              </a:ext>
            </a:extLst>
          </p:cNvPr>
          <p:cNvSpPr>
            <a:spLocks noGrp="1"/>
          </p:cNvSpPr>
          <p:nvPr>
            <p:ph sz="quarter" idx="14"/>
          </p:nvPr>
        </p:nvSpPr>
        <p:spPr>
          <a:xfrm>
            <a:off x="238603" y="1727200"/>
            <a:ext cx="11614729" cy="3834607"/>
          </a:xfrm>
        </p:spPr>
        <p:txBody>
          <a:bodyPr>
            <a:noAutofit/>
          </a:bodyPr>
          <a:lstStyle/>
          <a:p>
            <a:r>
              <a:rPr lang="en-GB" dirty="0"/>
              <a:t>Insights: The data  show a highly concentrated spending pattern. One trust (code RRV) accounts for approximately £27 billion in estimated medicine spend and has the highest average cost per unit (~£1.1 million), indicating a significant cost outlier. Other trusts (codes RQM and RJ1) follow at ~£5 billion and ~£4 billion respectively. Additionally, certain medicines dominate overall expenditure, suggesting reliance on high-cost treatments. The variation in average unit costs across trusts highlights inconsistent procurement or prescribing practices. Recommendations for Shareholders: Prioritise a cost-efficiency review at the highest-spend trust, standardise procurement frameworks, benchmark prescribing practices across trusts, renegotiate supplier contracts, and implement stronger cost-control monitoring to reduce unwarranted variation and improve financial sustainability. Based on the High Spend Medicines – March 2025 chart, expenditure is highly concentrated. Water for injections 100ml accounts for nearly £200K, significantly higher than Aripiprazole 1mg/ml oral solution (~£70K) and White soft paraffin 50% (~£58K). The top three products alone contribute over £320K, indicating procurement concentration </a:t>
            </a:r>
            <a:r>
              <a:rPr lang="en-GB" dirty="0" err="1"/>
              <a:t>risk.The</a:t>
            </a:r>
            <a:r>
              <a:rPr lang="en-GB" dirty="0"/>
              <a:t> Cost per Unit – Brand vs Generic chart shows extreme unit price variation. </a:t>
            </a:r>
            <a:r>
              <a:rPr lang="en-GB" dirty="0" err="1"/>
              <a:t>Tisagenlecleucel</a:t>
            </a:r>
            <a:r>
              <a:rPr lang="en-GB" dirty="0"/>
              <a:t> costs approximately £280K per unit, while Vutrisiran is around £180K, and </a:t>
            </a:r>
            <a:r>
              <a:rPr lang="en-GB" dirty="0" err="1"/>
              <a:t>Lumasiran</a:t>
            </a:r>
            <a:r>
              <a:rPr lang="en-GB" dirty="0"/>
              <a:t> exceeds £120K per </a:t>
            </a:r>
            <a:r>
              <a:rPr lang="en-GB" dirty="0" err="1"/>
              <a:t>unit.Insight</a:t>
            </a:r>
            <a:r>
              <a:rPr lang="en-GB" dirty="0"/>
              <a:t>: Spending is driven by a small number of high-volume consumables and ultra-high-cost </a:t>
            </a:r>
            <a:r>
              <a:rPr lang="en-GB" dirty="0" err="1"/>
              <a:t>biologics.Recommendation</a:t>
            </a:r>
            <a:r>
              <a:rPr lang="en-GB" dirty="0"/>
              <a:t>: Negotiate bulk pricing for high-volume items (e.g., water for injections) and increase biosimilar uptake or regional procurement collaboration for therapies above £100K per unit to reduce financial exposure.</a:t>
            </a:r>
          </a:p>
        </p:txBody>
      </p:sp>
    </p:spTree>
    <p:extLst>
      <p:ext uri="{BB962C8B-B14F-4D97-AF65-F5344CB8AC3E}">
        <p14:creationId xmlns:p14="http://schemas.microsoft.com/office/powerpoint/2010/main" val="142563390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2E30AE-5BCE-7006-A8CF-95A0999AF31C}"/>
              </a:ext>
            </a:extLst>
          </p:cNvPr>
          <p:cNvSpPr>
            <a:spLocks noGrp="1"/>
          </p:cNvSpPr>
          <p:nvPr>
            <p:ph type="title"/>
          </p:nvPr>
        </p:nvSpPr>
        <p:spPr>
          <a:xfrm>
            <a:off x="678871" y="-315890"/>
            <a:ext cx="9531929" cy="1842020"/>
          </a:xfrm>
        </p:spPr>
        <p:txBody>
          <a:bodyPr/>
          <a:lstStyle/>
          <a:p>
            <a:r>
              <a:rPr lang="en-GB" sz="3600" b="1" dirty="0"/>
              <a:t>Limitation and next time</a:t>
            </a:r>
          </a:p>
        </p:txBody>
      </p:sp>
      <p:sp>
        <p:nvSpPr>
          <p:cNvPr id="3" name="Content Placeholder 2">
            <a:extLst>
              <a:ext uri="{FF2B5EF4-FFF2-40B4-BE49-F238E27FC236}">
                <a16:creationId xmlns:a16="http://schemas.microsoft.com/office/drawing/2014/main" id="{12CE935E-F49A-33A2-D4C0-D404057A0682}"/>
              </a:ext>
            </a:extLst>
          </p:cNvPr>
          <p:cNvSpPr>
            <a:spLocks noGrp="1"/>
          </p:cNvSpPr>
          <p:nvPr>
            <p:ph sz="quarter" idx="14"/>
          </p:nvPr>
        </p:nvSpPr>
        <p:spPr>
          <a:xfrm>
            <a:off x="678871" y="1716636"/>
            <a:ext cx="10515043" cy="2325557"/>
          </a:xfrm>
        </p:spPr>
        <p:txBody>
          <a:bodyPr vert="horz" lIns="91440" tIns="45720" rIns="91440" bIns="45720" rtlCol="0" anchor="t">
            <a:noAutofit/>
          </a:bodyPr>
          <a:lstStyle/>
          <a:p>
            <a:r>
              <a:rPr lang="en-GB" sz="2000" dirty="0">
                <a:solidFill>
                  <a:srgbClr val="00B0F0"/>
                </a:solidFill>
              </a:rPr>
              <a:t>This analysis is limited by the use of a single month of data (March 2025), which restricts the ability to identify trends over time. Without multiple months or yearly data, it is not possible to assess whether medicine usage or spend patterns are increasing, decreasing, or influenced by seasonal pressures. As a result, conclusions about efficiency, variation, or potential overuse are based solely on one snapshot in time and may not be fully representative of typical prescribing behaviour. Additionally, while benchmarking Trusts highlights variation and potential cost-saving opportunities, the analysis cannot determine whether observed differences are sustained over time or driven by short-term operational factors. Some medicines naturally fluctuate due to treatment cycles, commissioning changes, or clinical demand, meaning March figures alone may distort actual patterns. To strengthen the robustness of findings, incorporating at least 2–3 months, or ideally a full year of data, would enable trend validation, reduce month-specific bias, and provide more reliable strategic recommendations for long-term cost optimisation.</a:t>
            </a:r>
            <a:endParaRPr lang="en-US" sz="2000" dirty="0">
              <a:solidFill>
                <a:srgbClr val="00B0F0"/>
              </a:solidFill>
            </a:endParaRPr>
          </a:p>
        </p:txBody>
      </p:sp>
    </p:spTree>
    <p:extLst>
      <p:ext uri="{BB962C8B-B14F-4D97-AF65-F5344CB8AC3E}">
        <p14:creationId xmlns:p14="http://schemas.microsoft.com/office/powerpoint/2010/main" val="53199898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154B4E-9F9D-3104-9B59-68E34410E984}"/>
              </a:ext>
            </a:extLst>
          </p:cNvPr>
          <p:cNvSpPr>
            <a:spLocks noGrp="1"/>
          </p:cNvSpPr>
          <p:nvPr>
            <p:ph type="title"/>
          </p:nvPr>
        </p:nvSpPr>
        <p:spPr>
          <a:xfrm>
            <a:off x="678870" y="-546761"/>
            <a:ext cx="6370507" cy="1842020"/>
          </a:xfrm>
        </p:spPr>
        <p:txBody>
          <a:bodyPr/>
          <a:lstStyle/>
          <a:p>
            <a:r>
              <a:rPr lang="en-GB" dirty="0"/>
              <a:t>Conclusion </a:t>
            </a:r>
          </a:p>
        </p:txBody>
      </p:sp>
      <p:sp>
        <p:nvSpPr>
          <p:cNvPr id="3" name="Content Placeholder 2">
            <a:extLst>
              <a:ext uri="{FF2B5EF4-FFF2-40B4-BE49-F238E27FC236}">
                <a16:creationId xmlns:a16="http://schemas.microsoft.com/office/drawing/2014/main" id="{A9E2304D-D4B0-F5E3-4063-5E3890B6AD56}"/>
              </a:ext>
            </a:extLst>
          </p:cNvPr>
          <p:cNvSpPr>
            <a:spLocks noGrp="1"/>
          </p:cNvSpPr>
          <p:nvPr>
            <p:ph sz="quarter" idx="14"/>
          </p:nvPr>
        </p:nvSpPr>
        <p:spPr>
          <a:xfrm>
            <a:off x="678869" y="1651793"/>
            <a:ext cx="10751131" cy="2835540"/>
          </a:xfrm>
        </p:spPr>
        <p:txBody>
          <a:bodyPr>
            <a:noAutofit/>
          </a:bodyPr>
          <a:lstStyle/>
          <a:p>
            <a:r>
              <a:rPr lang="en-GB" sz="2000" dirty="0"/>
              <a:t>This project analysed variation in high-cost secondary care medicines usage and indicative spend across NHS Trusts using the March 2025 SCMD dataset. The findings highlight significant differences in spending patterns between Trusts for certain medicines, with some products demonstrating substantial variation in total spend and cost per unit. These discrepancies suggest potential inefficiencies in procurement practices, prescribing behaviours, or supplier pricing agreements. By identifying the highest-spend medicines and those with the greatest variation, the analysis provides a targeted foundation for cost optimisation without compromising clinical quality. Additionally, opportunities for generic or biosimilar substitution were explored, indicating areas where standardisation and improved benchmarking could reduce unnecessary expenditure. Final note to stakeholders: Strategic optimisation of high-cost medicines presents a clear opportunity to enhance financial sustainability while maintaining patient care standards. Through improved data transparency, cross-Trust benchmarking, and evidence-based procurement strategies, NHS organisations can unlock measurable savings and reinvest resources into frontline services, innovation, and long-term healthcare resilience.</a:t>
            </a:r>
          </a:p>
        </p:txBody>
      </p:sp>
    </p:spTree>
    <p:extLst>
      <p:ext uri="{BB962C8B-B14F-4D97-AF65-F5344CB8AC3E}">
        <p14:creationId xmlns:p14="http://schemas.microsoft.com/office/powerpoint/2010/main" val="268301632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C98DCC-8CBB-1170-C9FB-BCA483753BC4}"/>
              </a:ext>
            </a:extLst>
          </p:cNvPr>
          <p:cNvSpPr>
            <a:spLocks noGrp="1"/>
          </p:cNvSpPr>
          <p:nvPr>
            <p:ph type="title"/>
          </p:nvPr>
        </p:nvSpPr>
        <p:spPr/>
        <p:txBody>
          <a:bodyPr/>
          <a:lstStyle/>
          <a:p>
            <a:r>
              <a:rPr lang="en-GB" dirty="0"/>
              <a:t>Reference and links used </a:t>
            </a:r>
          </a:p>
        </p:txBody>
      </p:sp>
      <p:sp>
        <p:nvSpPr>
          <p:cNvPr id="3" name="Content Placeholder 2">
            <a:extLst>
              <a:ext uri="{FF2B5EF4-FFF2-40B4-BE49-F238E27FC236}">
                <a16:creationId xmlns:a16="http://schemas.microsoft.com/office/drawing/2014/main" id="{D13A2802-E5D3-8D26-FF8C-7617B2976197}"/>
              </a:ext>
            </a:extLst>
          </p:cNvPr>
          <p:cNvSpPr>
            <a:spLocks noGrp="1"/>
          </p:cNvSpPr>
          <p:nvPr>
            <p:ph sz="quarter" idx="14"/>
          </p:nvPr>
        </p:nvSpPr>
        <p:spPr>
          <a:xfrm>
            <a:off x="678871" y="2701660"/>
            <a:ext cx="9362596" cy="3450035"/>
          </a:xfrm>
        </p:spPr>
        <p:txBody>
          <a:bodyPr vert="horz" lIns="91440" tIns="45720" rIns="91440" bIns="45720" rtlCol="0" anchor="t">
            <a:normAutofit/>
          </a:bodyPr>
          <a:lstStyle/>
          <a:p>
            <a:r>
              <a:rPr lang="en-GB" dirty="0"/>
              <a:t>Big query SQL – for cleaning and sorting</a:t>
            </a:r>
            <a:endParaRPr lang="en-US" dirty="0"/>
          </a:p>
          <a:p>
            <a:r>
              <a:rPr lang="en-GB" dirty="0"/>
              <a:t>Tableau used for data visual - </a:t>
            </a:r>
            <a:r>
              <a:rPr lang="en-GB" dirty="0">
                <a:hlinkClick r:id="rId2"/>
              </a:rPr>
              <a:t>https://public.tableau.com/views/OptimisingHigh-CostMedicineUtilisationAcrossNHSTrusts/Top5TrustsbyAverageCostperUnit?:language=en-GB&amp;:sid=&amp;:redirect=auth&amp;:display_count=n&amp;:origin=viz_share_link</a:t>
            </a:r>
            <a:endParaRPr lang="en-GB" dirty="0"/>
          </a:p>
          <a:p>
            <a:r>
              <a:rPr lang="en-GB" dirty="0"/>
              <a:t>Dataset used - (Finalised) - Secondary  Care Medicines  Data (SCMD) with indicative price - Mar 2025 - https://opendata.nhsbsa.net/dataset/finalised-secondary-care-medicines-data-scmd-with-indicative-price</a:t>
            </a:r>
          </a:p>
          <a:p>
            <a:r>
              <a:rPr lang="en-GB" dirty="0"/>
              <a:t>I do not own the dataset.</a:t>
            </a:r>
          </a:p>
          <a:p>
            <a:endParaRPr lang="en-GB" dirty="0"/>
          </a:p>
        </p:txBody>
      </p:sp>
    </p:spTree>
    <p:extLst>
      <p:ext uri="{BB962C8B-B14F-4D97-AF65-F5344CB8AC3E}">
        <p14:creationId xmlns:p14="http://schemas.microsoft.com/office/powerpoint/2010/main" val="496692870"/>
      </p:ext>
    </p:extLst>
  </p:cSld>
  <p:clrMapOvr>
    <a:masterClrMapping/>
  </p:clrMapOvr>
</p:sld>
</file>

<file path=ppt/theme/theme1.xml><?xml version="1.0" encoding="utf-8"?>
<a:theme xmlns:a="http://schemas.openxmlformats.org/drawingml/2006/main" name="Northern lights">
  <a:themeElements>
    <a:clrScheme name="Blue Green">
      <a:dk1>
        <a:sysClr val="windowText" lastClr="000000"/>
      </a:dk1>
      <a:lt1>
        <a:sysClr val="window" lastClr="FFFFFF"/>
      </a:lt1>
      <a:dk2>
        <a:srgbClr val="373545"/>
      </a:dk2>
      <a:lt2>
        <a:srgbClr val="CEDBE6"/>
      </a:lt2>
      <a:accent1>
        <a:srgbClr val="3494BA"/>
      </a:accent1>
      <a:accent2>
        <a:srgbClr val="58B6C0"/>
      </a:accent2>
      <a:accent3>
        <a:srgbClr val="75BDA7"/>
      </a:accent3>
      <a:accent4>
        <a:srgbClr val="7A8C8E"/>
      </a:accent4>
      <a:accent5>
        <a:srgbClr val="84ACB6"/>
      </a:accent5>
      <a:accent6>
        <a:srgbClr val="2683C6"/>
      </a:accent6>
      <a:hlink>
        <a:srgbClr val="6B9F25"/>
      </a:hlink>
      <a:folHlink>
        <a:srgbClr val="9F6715"/>
      </a:folHlink>
    </a:clrScheme>
    <a:fontScheme name="Custom 13">
      <a:majorFont>
        <a:latin typeface="Avenir Next LT Pro"/>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Northern Lights_win32_LW_v8" id="{3A4E34A6-668B-44CB-918B-D16B4D66424F}" vid="{9B1B68C5-1665-4FCB-8595-B203B3662C8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B99ED26-B189-4BA1-99D0-1112D8C2F106}">
  <ds:schemaRefs>
    <ds:schemaRef ds:uri="http://purl.org/dc/terms/"/>
    <ds:schemaRef ds:uri="http://schemas.microsoft.com/office/2006/metadata/properties"/>
    <ds:schemaRef ds:uri="http://purl.org/dc/dcmitype/"/>
    <ds:schemaRef ds:uri="http://schemas.microsoft.com/office/2006/documentManagement/types"/>
    <ds:schemaRef ds:uri="230e9df3-be65-4c73-a93b-d1236ebd677e"/>
    <ds:schemaRef ds:uri="http://purl.org/dc/elements/1.1/"/>
    <ds:schemaRef ds:uri="http://schemas.microsoft.com/office/infopath/2007/PartnerControls"/>
    <ds:schemaRef ds:uri="http://www.w3.org/XML/1998/namespace"/>
    <ds:schemaRef ds:uri="http://schemas.openxmlformats.org/package/2006/metadata/core-properties"/>
    <ds:schemaRef ds:uri="16c05727-aa75-4e4a-9b5f-8a80a1165891"/>
    <ds:schemaRef ds:uri="71af3243-3dd4-4a8d-8c0d-dd76da1f02a5"/>
    <ds:schemaRef ds:uri="http://schemas.microsoft.com/sharepoint/v3"/>
  </ds:schemaRefs>
</ds:datastoreItem>
</file>

<file path=customXml/itemProps2.xml><?xml version="1.0" encoding="utf-8"?>
<ds:datastoreItem xmlns:ds="http://schemas.openxmlformats.org/officeDocument/2006/customXml" ds:itemID="{3766CE19-BB35-48A2-AFDA-766E83330032}">
  <ds:schemaRefs>
    <ds:schemaRef ds:uri="16c05727-aa75-4e4a-9b5f-8a80a1165891"/>
    <ds:schemaRef ds:uri="230e9df3-be65-4c73-a93b-d1236ebd677e"/>
    <ds:schemaRef ds:uri="71af3243-3dd4-4a8d-8c0d-dd76da1f02a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38E339AF-67FC-4BA3-8B2E-038B3ED310D5}">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TotalTime>313</TotalTime>
  <Words>2599</Words>
  <Application>Microsoft Office PowerPoint</Application>
  <PresentationFormat>Widescreen</PresentationFormat>
  <Paragraphs>70</Paragraphs>
  <Slides>22</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22</vt:i4>
      </vt:variant>
    </vt:vector>
  </HeadingPairs>
  <TitlesOfParts>
    <vt:vector size="26" baseType="lpstr">
      <vt:lpstr>Aptos</vt:lpstr>
      <vt:lpstr>Arial</vt:lpstr>
      <vt:lpstr>Avenir Next LT Pro</vt:lpstr>
      <vt:lpstr>Northern lights</vt:lpstr>
      <vt:lpstr>Optimising High-Cost Medicine Utilisation Across NHS Trusts</vt:lpstr>
      <vt:lpstr>https://opendata.nhsbsa.net/dataset/finalised-secondary-care-medicines-data-scmd-with-indicative-price</vt:lpstr>
      <vt:lpstr>Business Problem</vt:lpstr>
      <vt:lpstr>Business questions pt 1</vt:lpstr>
      <vt:lpstr>Business question pt 2</vt:lpstr>
      <vt:lpstr>Executive Summary </vt:lpstr>
      <vt:lpstr>Hypothesis</vt:lpstr>
      <vt:lpstr>Project task </vt:lpstr>
      <vt:lpstr>Cleaning ad sorting SQL </vt:lpstr>
      <vt:lpstr>Top Medicines with Greatest Spend chart one</vt:lpstr>
      <vt:lpstr>the medicines showing the greatest variation in usage and indicative spend across NHS Trusts are primarily high-cost or specialized treatments. Generic Lipoflex special tops the list, with an indicative spend approaching 16 units, suggesting significant variability in procurement or prescribing practices. Following this, Levocarnitine 1g/5ml solution shows a spend of around 12 units, reflecting its role in metabolic disorders where usage may vary between trusts. Alemtuzumab 12mg/1.2ml also demonstrates notable variation, with spend just above 9 units, highlighting differences in treatment for multiple sclerosis. Other medicines with substantial variation include Carmellose gelatin paste (~9 units), Hepatitis A (inactivated) vaccine (~9 units), and Water for injections 100ml (~8 units). This pattern indicates that both high-cost specialty drugs and certain essential formulations have inconsistent spend across trusts, likely driven by patient need, prescribing practices, and local formulary decisions.</vt:lpstr>
      <vt:lpstr>High Spend Medicines – March 2025 chart2 </vt:lpstr>
      <vt:lpstr>Cost Per Unit Comparison – Brand vs Generic chart3</vt:lpstr>
      <vt:lpstr>Where are there opportunities for cost reduction through generic or biosimilar substitution without affecting patient care? </vt:lpstr>
      <vt:lpstr>PowerPoint Presentation</vt:lpstr>
      <vt:lpstr>Top 5 High-Cost Medicines chart five</vt:lpstr>
      <vt:lpstr>PowerPoint Presentation</vt:lpstr>
      <vt:lpstr>Which NHS Trusts could improve efficiency in procurement or prescribing practices to optimise overall medicine spend? (chart four, five and six) </vt:lpstr>
      <vt:lpstr>Insight and recommendations for shareholders</vt:lpstr>
      <vt:lpstr>Limitation and next time</vt:lpstr>
      <vt:lpstr>Conclusion </vt:lpstr>
      <vt:lpstr>Reference and links used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jewel pan</cp:lastModifiedBy>
  <cp:revision>132</cp:revision>
  <dcterms:created xsi:type="dcterms:W3CDTF">2026-03-02T01:41:52Z</dcterms:created>
  <dcterms:modified xsi:type="dcterms:W3CDTF">2026-03-04T05:24:07Z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